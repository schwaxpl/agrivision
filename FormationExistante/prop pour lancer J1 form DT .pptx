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>
  <p:sldMasterIdLst>
    <p:sldMasterId id="2147483776" r:id="rId1"/>
    <p:sldMasterId id="2147483812" r:id="rId2"/>
  </p:sldMasterIdLst>
  <p:notesMasterIdLst>
    <p:notesMasterId r:id="rId7"/>
  </p:notesMasterIdLst>
  <p:handoutMasterIdLst>
    <p:handoutMasterId r:id="rId8"/>
  </p:handoutMasterIdLst>
  <p:sldIdLst>
    <p:sldId id="306" r:id="rId3"/>
    <p:sldId id="307" r:id="rId4"/>
    <p:sldId id="346" r:id="rId5"/>
    <p:sldId id="257" r:id="rId6"/>
  </p:sldIdLst>
  <p:sldSz cx="12192000" cy="6858000"/>
  <p:notesSz cx="6797675" cy="9926638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5232A"/>
    <a:srgbClr val="878787"/>
    <a:srgbClr val="ED6B1C"/>
    <a:srgbClr val="F6A30D"/>
    <a:srgbClr val="008E96"/>
    <a:srgbClr val="2FB7C2"/>
    <a:srgbClr val="00A8B4"/>
    <a:srgbClr val="E41B1B"/>
    <a:srgbClr val="80BA27"/>
    <a:srgbClr val="009C4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211" autoAdjust="0"/>
    <p:restoredTop sz="78015" autoAdjust="0"/>
  </p:normalViewPr>
  <p:slideViewPr>
    <p:cSldViewPr snapToGrid="0">
      <p:cViewPr varScale="1">
        <p:scale>
          <a:sx n="77" d="100"/>
          <a:sy n="77" d="100"/>
        </p:scale>
        <p:origin x="946" y="58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5" d="100"/>
          <a:sy n="65" d="100"/>
        </p:scale>
        <p:origin x="3154" y="91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theme" Target="theme/theme1.xml"/><Relationship Id="rId5" Type="http://schemas.openxmlformats.org/officeDocument/2006/relationships/slide" Target="slides/slide3.xml"/><Relationship Id="rId10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presProps" Target="presProps.xml"/></Relationships>
</file>

<file path=ppt/diagrams/_rels/data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image" Target="../media/image18.jpg"/></Relationships>
</file>

<file path=ppt/diagrams/_rels/drawing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image" Target="../media/image18.jp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5_2">
  <dgm:title val=""/>
  <dgm:desc val=""/>
  <dgm:catLst>
    <dgm:cat type="accent5" pri="11200"/>
  </dgm:catLst>
  <dgm:styleLbl name="node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5"/>
    </dgm:fillClrLst>
    <dgm:linClrLst meth="repeat">
      <a:schemeClr val="accent5"/>
    </dgm:linClrLst>
    <dgm:effectClrLst/>
    <dgm:txLinClrLst/>
    <dgm:txFillClrLst/>
    <dgm:txEffectClrLst/>
  </dgm:styleLbl>
  <dgm:styleLbl name="ln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8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4">
  <dgm:title val=""/>
  <dgm:desc val=""/>
  <dgm:catLst>
    <dgm:cat type="accent1" pri="11400"/>
  </dgm:catLst>
  <dgm:styleLbl name="node0">
    <dgm:fillClrLst meth="cycle">
      <a:schemeClr val="accent1">
        <a:shade val="6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cycle">
      <a:schemeClr val="accent1">
        <a:shade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cycle">
      <a:schemeClr val="accent1">
        <a:shade val="50000"/>
      </a:schemeClr>
      <a:schemeClr val="accent1">
        <a:tint val="55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/>
    <dgm:txEffectClrLst/>
  </dgm:styleLbl>
  <dgm:styleLbl name="lnNode1">
    <dgm:fillClrLst meth="cycle">
      <a:schemeClr val="accent1">
        <a:shade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cycle">
      <a:schemeClr val="accent1">
        <a:shade val="80000"/>
        <a:alpha val="50000"/>
      </a:schemeClr>
      <a:schemeClr val="accent1">
        <a:tint val="5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fgSibTrans2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bgSibTrans2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sibTrans1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tint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5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55000"/>
      </a:schemeClr>
    </dgm:fillClrLst>
    <dgm:linClrLst meth="repeat">
      <a:schemeClr val="accent1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55000"/>
      </a:schemeClr>
    </dgm:fillClrLst>
    <dgm:linClrLst meth="repeat">
      <a:schemeClr val="accent1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5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55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8FE5870-3441-45CB-8978-96BD9F498DDC}" type="doc">
      <dgm:prSet loTypeId="urn:microsoft.com/office/officeart/2005/8/layout/process3" loCatId="process" qsTypeId="urn:microsoft.com/office/officeart/2005/8/quickstyle/simple5" qsCatId="simple" csTypeId="urn:microsoft.com/office/officeart/2005/8/colors/accent5_2" csCatId="accent5" phldr="1"/>
      <dgm:spPr/>
      <dgm:t>
        <a:bodyPr/>
        <a:lstStyle/>
        <a:p>
          <a:endParaRPr lang="fr-FR"/>
        </a:p>
      </dgm:t>
    </dgm:pt>
    <dgm:pt modelId="{2BCB3E08-D13A-4620-8058-AA930BD5524E}">
      <dgm:prSet phldrT="[Texte]"/>
      <dgm:spPr/>
      <dgm:t>
        <a:bodyPr/>
        <a:lstStyle/>
        <a:p>
          <a:r>
            <a:rPr lang="fr-FR" dirty="0"/>
            <a:t>Etape 1</a:t>
          </a:r>
        </a:p>
      </dgm:t>
    </dgm:pt>
    <dgm:pt modelId="{970D42DF-16A9-4E3B-9294-00497CD786B4}" type="parTrans" cxnId="{82E83599-E6EC-4D4D-8B73-A1B03D19ED66}">
      <dgm:prSet/>
      <dgm:spPr/>
      <dgm:t>
        <a:bodyPr/>
        <a:lstStyle/>
        <a:p>
          <a:endParaRPr lang="fr-FR"/>
        </a:p>
      </dgm:t>
    </dgm:pt>
    <dgm:pt modelId="{A84F17C4-8BE6-4055-8EAE-3FEABA234D7D}" type="sibTrans" cxnId="{82E83599-E6EC-4D4D-8B73-A1B03D19ED66}">
      <dgm:prSet/>
      <dgm:spPr/>
      <dgm:t>
        <a:bodyPr/>
        <a:lstStyle/>
        <a:p>
          <a:endParaRPr lang="fr-FR"/>
        </a:p>
      </dgm:t>
    </dgm:pt>
    <dgm:pt modelId="{B071F6FB-6655-4F5E-A7B9-777AB7EEB88B}">
      <dgm:prSet phldrT="[Texte]"/>
      <dgm:spPr/>
      <dgm:t>
        <a:bodyPr/>
        <a:lstStyle/>
        <a:p>
          <a:r>
            <a:rPr lang="fr-FR" dirty="0"/>
            <a:t>Réaliser un </a:t>
          </a:r>
          <a:r>
            <a:rPr lang="fr-FR" b="1" i="0" dirty="0"/>
            <a:t>autodiagnostic</a:t>
          </a:r>
          <a:r>
            <a:rPr lang="fr-FR" dirty="0"/>
            <a:t> en ligne au moment de la demande d’aide. Il portera sur les 3 piliers du développement durable et permettra d’identifier les thématiques de perfectionnement et les dispositifs d’accompagnement des besoins de formation</a:t>
          </a:r>
        </a:p>
      </dgm:t>
    </dgm:pt>
    <dgm:pt modelId="{198E8C6A-C159-483E-86B0-AB29230DC540}" type="parTrans" cxnId="{B484D4B7-B371-4B3A-84D3-BBB980601F50}">
      <dgm:prSet/>
      <dgm:spPr/>
      <dgm:t>
        <a:bodyPr/>
        <a:lstStyle/>
        <a:p>
          <a:endParaRPr lang="fr-FR"/>
        </a:p>
      </dgm:t>
    </dgm:pt>
    <dgm:pt modelId="{A3FB9602-2DE1-44E3-9472-24DC384C5150}" type="sibTrans" cxnId="{B484D4B7-B371-4B3A-84D3-BBB980601F50}">
      <dgm:prSet/>
      <dgm:spPr/>
      <dgm:t>
        <a:bodyPr/>
        <a:lstStyle/>
        <a:p>
          <a:endParaRPr lang="fr-FR"/>
        </a:p>
      </dgm:t>
    </dgm:pt>
    <dgm:pt modelId="{0B7FD269-F900-40D2-AF1C-164415CCB80E}">
      <dgm:prSet phldrT="[Texte]"/>
      <dgm:spPr/>
      <dgm:t>
        <a:bodyPr/>
        <a:lstStyle/>
        <a:p>
          <a:r>
            <a:rPr lang="fr-FR" dirty="0"/>
            <a:t>Etape 2</a:t>
          </a:r>
        </a:p>
      </dgm:t>
    </dgm:pt>
    <dgm:pt modelId="{034D5BBC-E79C-469F-9FE2-E2BF42201434}" type="parTrans" cxnId="{592A8399-98BA-4C65-9B14-C76F2D1CE19C}">
      <dgm:prSet/>
      <dgm:spPr/>
      <dgm:t>
        <a:bodyPr/>
        <a:lstStyle/>
        <a:p>
          <a:endParaRPr lang="fr-FR"/>
        </a:p>
      </dgm:t>
    </dgm:pt>
    <dgm:pt modelId="{44F90BEB-1E04-4F4D-A473-FC70E28DD1F0}" type="sibTrans" cxnId="{592A8399-98BA-4C65-9B14-C76F2D1CE19C}">
      <dgm:prSet/>
      <dgm:spPr/>
      <dgm:t>
        <a:bodyPr/>
        <a:lstStyle/>
        <a:p>
          <a:endParaRPr lang="fr-FR"/>
        </a:p>
      </dgm:t>
    </dgm:pt>
    <dgm:pt modelId="{A634B2FA-C796-46DA-9F04-37A88D88AFC7}">
      <dgm:prSet phldrT="[Texte]"/>
      <dgm:spPr/>
      <dgm:t>
        <a:bodyPr/>
        <a:lstStyle/>
        <a:p>
          <a:r>
            <a:rPr lang="fr-FR" dirty="0"/>
            <a:t>Suivre une </a:t>
          </a:r>
          <a:r>
            <a:rPr lang="fr-FR" b="1" dirty="0"/>
            <a:t>formation éligible </a:t>
          </a:r>
          <a:r>
            <a:rPr lang="fr-FR" dirty="0"/>
            <a:t>(2 jours + un accompagnement individualisé)</a:t>
          </a:r>
        </a:p>
      </dgm:t>
    </dgm:pt>
    <dgm:pt modelId="{4E9B509C-6A1B-41EF-8C0B-1837A240E52F}" type="parTrans" cxnId="{724F77B2-7B23-4DA6-AA40-FD40CC28B08A}">
      <dgm:prSet/>
      <dgm:spPr/>
      <dgm:t>
        <a:bodyPr/>
        <a:lstStyle/>
        <a:p>
          <a:endParaRPr lang="fr-FR"/>
        </a:p>
      </dgm:t>
    </dgm:pt>
    <dgm:pt modelId="{E0FBF72A-0CB1-46CD-9AAA-E81F2C150F78}" type="sibTrans" cxnId="{724F77B2-7B23-4DA6-AA40-FD40CC28B08A}">
      <dgm:prSet/>
      <dgm:spPr/>
      <dgm:t>
        <a:bodyPr/>
        <a:lstStyle/>
        <a:p>
          <a:endParaRPr lang="fr-FR"/>
        </a:p>
      </dgm:t>
    </dgm:pt>
    <dgm:pt modelId="{EBE6396E-E74A-4B41-A122-E229677BFEFB}">
      <dgm:prSet phldrT="[Texte]"/>
      <dgm:spPr/>
      <dgm:t>
        <a:bodyPr/>
        <a:lstStyle/>
        <a:p>
          <a:r>
            <a:rPr lang="fr-FR" dirty="0"/>
            <a:t>Pour la </a:t>
          </a:r>
          <a:r>
            <a:rPr lang="fr-FR" b="1" dirty="0"/>
            <a:t>DJA</a:t>
          </a:r>
          <a:r>
            <a:rPr lang="fr-FR" dirty="0"/>
            <a:t>, l’étude d’installation remplace l’autodiagnostic</a:t>
          </a:r>
        </a:p>
      </dgm:t>
    </dgm:pt>
    <dgm:pt modelId="{3773A024-55CD-4735-95E6-C042A965297E}" type="parTrans" cxnId="{0F39CE11-FD1F-47C0-B853-9679B3ACFFEA}">
      <dgm:prSet/>
      <dgm:spPr/>
      <dgm:t>
        <a:bodyPr/>
        <a:lstStyle/>
        <a:p>
          <a:endParaRPr lang="fr-FR"/>
        </a:p>
      </dgm:t>
    </dgm:pt>
    <dgm:pt modelId="{6CCD7847-E8E7-4938-B761-17191D0D378B}" type="sibTrans" cxnId="{0F39CE11-FD1F-47C0-B853-9679B3ACFFEA}">
      <dgm:prSet/>
      <dgm:spPr/>
      <dgm:t>
        <a:bodyPr/>
        <a:lstStyle/>
        <a:p>
          <a:endParaRPr lang="fr-FR"/>
        </a:p>
      </dgm:t>
    </dgm:pt>
    <dgm:pt modelId="{5A792299-D730-4972-8694-349538DDFDAE}">
      <dgm:prSet phldrT="[Texte]"/>
      <dgm:spPr/>
      <dgm:t>
        <a:bodyPr/>
        <a:lstStyle/>
        <a:p>
          <a:r>
            <a:rPr lang="fr-FR" dirty="0"/>
            <a:t>A réaliser à partir du 1</a:t>
          </a:r>
          <a:r>
            <a:rPr lang="fr-FR" baseline="30000" dirty="0"/>
            <a:t>er</a:t>
          </a:r>
          <a:r>
            <a:rPr lang="fr-FR" dirty="0"/>
            <a:t> janvier 2024 et au plus tard pour la paiement du solde de la subvention (2 ans pour le PCAE, 4 ans pour le 2</a:t>
          </a:r>
          <a:r>
            <a:rPr lang="fr-FR" baseline="30000" dirty="0"/>
            <a:t>ème</a:t>
          </a:r>
          <a:r>
            <a:rPr lang="fr-FR" dirty="0"/>
            <a:t> versement de DJA)</a:t>
          </a:r>
        </a:p>
      </dgm:t>
    </dgm:pt>
    <dgm:pt modelId="{BEF95371-8703-4E81-AC8F-A096814DB780}" type="parTrans" cxnId="{67CB11D0-2A96-4402-AA06-C69C2582C692}">
      <dgm:prSet/>
      <dgm:spPr/>
      <dgm:t>
        <a:bodyPr/>
        <a:lstStyle/>
        <a:p>
          <a:endParaRPr lang="fr-FR"/>
        </a:p>
      </dgm:t>
    </dgm:pt>
    <dgm:pt modelId="{094C2F73-CE7E-4103-ACE7-7D6B7E767EB4}" type="sibTrans" cxnId="{67CB11D0-2A96-4402-AA06-C69C2582C692}">
      <dgm:prSet/>
      <dgm:spPr/>
      <dgm:t>
        <a:bodyPr/>
        <a:lstStyle/>
        <a:p>
          <a:endParaRPr lang="fr-FR"/>
        </a:p>
      </dgm:t>
    </dgm:pt>
    <dgm:pt modelId="{EA4356F6-31BA-442A-BB72-D2047BDBBA93}">
      <dgm:prSet phldrT="[Texte]"/>
      <dgm:spPr/>
      <dgm:t>
        <a:bodyPr/>
        <a:lstStyle/>
        <a:p>
          <a:endParaRPr lang="fr-FR" dirty="0"/>
        </a:p>
      </dgm:t>
    </dgm:pt>
    <dgm:pt modelId="{29B1EA4E-835E-4E35-AE8C-A1BF1EE54203}" type="parTrans" cxnId="{F8F627F1-E504-4B70-8080-2677C8A692B9}">
      <dgm:prSet/>
      <dgm:spPr/>
      <dgm:t>
        <a:bodyPr/>
        <a:lstStyle/>
        <a:p>
          <a:endParaRPr lang="fr-FR"/>
        </a:p>
      </dgm:t>
    </dgm:pt>
    <dgm:pt modelId="{72721D42-6B8A-4DB3-932D-07CF3001C632}" type="sibTrans" cxnId="{F8F627F1-E504-4B70-8080-2677C8A692B9}">
      <dgm:prSet/>
      <dgm:spPr/>
      <dgm:t>
        <a:bodyPr/>
        <a:lstStyle/>
        <a:p>
          <a:endParaRPr lang="fr-FR"/>
        </a:p>
      </dgm:t>
    </dgm:pt>
    <dgm:pt modelId="{74BD6781-5196-4692-A6FD-E00163048D38}" type="pres">
      <dgm:prSet presAssocID="{98FE5870-3441-45CB-8978-96BD9F498DDC}" presName="linearFlow" presStyleCnt="0">
        <dgm:presLayoutVars>
          <dgm:dir/>
          <dgm:animLvl val="lvl"/>
          <dgm:resizeHandles val="exact"/>
        </dgm:presLayoutVars>
      </dgm:prSet>
      <dgm:spPr/>
    </dgm:pt>
    <dgm:pt modelId="{88DF6C15-5CC8-4DF3-9EE9-37FACF269948}" type="pres">
      <dgm:prSet presAssocID="{2BCB3E08-D13A-4620-8058-AA930BD5524E}" presName="composite" presStyleCnt="0"/>
      <dgm:spPr/>
    </dgm:pt>
    <dgm:pt modelId="{2F05A0E2-E2B3-4E9C-90F0-8EF48BA66069}" type="pres">
      <dgm:prSet presAssocID="{2BCB3E08-D13A-4620-8058-AA930BD5524E}" presName="parTx" presStyleLbl="node1" presStyleIdx="0" presStyleCnt="2">
        <dgm:presLayoutVars>
          <dgm:chMax val="0"/>
          <dgm:chPref val="0"/>
          <dgm:bulletEnabled val="1"/>
        </dgm:presLayoutVars>
      </dgm:prSet>
      <dgm:spPr/>
    </dgm:pt>
    <dgm:pt modelId="{15E8D78A-B0F0-4E63-A2C2-0638823BC2C0}" type="pres">
      <dgm:prSet presAssocID="{2BCB3E08-D13A-4620-8058-AA930BD5524E}" presName="parSh" presStyleLbl="node1" presStyleIdx="0" presStyleCnt="2"/>
      <dgm:spPr/>
    </dgm:pt>
    <dgm:pt modelId="{39668D9F-FEF5-4DBF-AB39-FB3BECC58CBA}" type="pres">
      <dgm:prSet presAssocID="{2BCB3E08-D13A-4620-8058-AA930BD5524E}" presName="desTx" presStyleLbl="fgAcc1" presStyleIdx="0" presStyleCnt="2">
        <dgm:presLayoutVars>
          <dgm:bulletEnabled val="1"/>
        </dgm:presLayoutVars>
      </dgm:prSet>
      <dgm:spPr/>
    </dgm:pt>
    <dgm:pt modelId="{6AE9E13C-537F-4174-AC6A-214798E6FDA0}" type="pres">
      <dgm:prSet presAssocID="{A84F17C4-8BE6-4055-8EAE-3FEABA234D7D}" presName="sibTrans" presStyleLbl="sibTrans2D1" presStyleIdx="0" presStyleCnt="1"/>
      <dgm:spPr/>
    </dgm:pt>
    <dgm:pt modelId="{1EE7EEF8-AA70-4C86-8262-C78177E0552C}" type="pres">
      <dgm:prSet presAssocID="{A84F17C4-8BE6-4055-8EAE-3FEABA234D7D}" presName="connTx" presStyleLbl="sibTrans2D1" presStyleIdx="0" presStyleCnt="1"/>
      <dgm:spPr/>
    </dgm:pt>
    <dgm:pt modelId="{A7646AAC-E6FC-40EA-824A-5A6CCADC97B7}" type="pres">
      <dgm:prSet presAssocID="{0B7FD269-F900-40D2-AF1C-164415CCB80E}" presName="composite" presStyleCnt="0"/>
      <dgm:spPr/>
    </dgm:pt>
    <dgm:pt modelId="{DECFD34B-EEC3-4DFE-9D44-447B915A5CF9}" type="pres">
      <dgm:prSet presAssocID="{0B7FD269-F900-40D2-AF1C-164415CCB80E}" presName="parTx" presStyleLbl="node1" presStyleIdx="0" presStyleCnt="2">
        <dgm:presLayoutVars>
          <dgm:chMax val="0"/>
          <dgm:chPref val="0"/>
          <dgm:bulletEnabled val="1"/>
        </dgm:presLayoutVars>
      </dgm:prSet>
      <dgm:spPr/>
    </dgm:pt>
    <dgm:pt modelId="{FF5BA2E2-DC23-407C-B891-B46A84EFA715}" type="pres">
      <dgm:prSet presAssocID="{0B7FD269-F900-40D2-AF1C-164415CCB80E}" presName="parSh" presStyleLbl="node1" presStyleIdx="1" presStyleCnt="2"/>
      <dgm:spPr/>
    </dgm:pt>
    <dgm:pt modelId="{D4E6B027-3647-4DC0-8C42-07B523029093}" type="pres">
      <dgm:prSet presAssocID="{0B7FD269-F900-40D2-AF1C-164415CCB80E}" presName="desTx" presStyleLbl="fgAcc1" presStyleIdx="1" presStyleCnt="2">
        <dgm:presLayoutVars>
          <dgm:bulletEnabled val="1"/>
        </dgm:presLayoutVars>
      </dgm:prSet>
      <dgm:spPr/>
    </dgm:pt>
  </dgm:ptLst>
  <dgm:cxnLst>
    <dgm:cxn modelId="{0F39CE11-FD1F-47C0-B853-9679B3ACFFEA}" srcId="{2BCB3E08-D13A-4620-8058-AA930BD5524E}" destId="{EBE6396E-E74A-4B41-A122-E229677BFEFB}" srcOrd="1" destOrd="0" parTransId="{3773A024-55CD-4735-95E6-C042A965297E}" sibTransId="{6CCD7847-E8E7-4938-B761-17191D0D378B}"/>
    <dgm:cxn modelId="{9264DA37-D891-4B8F-9C60-066869402401}" type="presOf" srcId="{EBE6396E-E74A-4B41-A122-E229677BFEFB}" destId="{39668D9F-FEF5-4DBF-AB39-FB3BECC58CBA}" srcOrd="0" destOrd="1" presId="urn:microsoft.com/office/officeart/2005/8/layout/process3"/>
    <dgm:cxn modelId="{DEE7683A-8120-4486-A173-D58F41667548}" type="presOf" srcId="{0B7FD269-F900-40D2-AF1C-164415CCB80E}" destId="{DECFD34B-EEC3-4DFE-9D44-447B915A5CF9}" srcOrd="0" destOrd="0" presId="urn:microsoft.com/office/officeart/2005/8/layout/process3"/>
    <dgm:cxn modelId="{95B62072-C82A-49AD-838C-9C0CC308AE34}" type="presOf" srcId="{B071F6FB-6655-4F5E-A7B9-777AB7EEB88B}" destId="{39668D9F-FEF5-4DBF-AB39-FB3BECC58CBA}" srcOrd="0" destOrd="0" presId="urn:microsoft.com/office/officeart/2005/8/layout/process3"/>
    <dgm:cxn modelId="{E7CE758B-35F7-44C5-BD85-21D7754175ED}" type="presOf" srcId="{5A792299-D730-4972-8694-349538DDFDAE}" destId="{D4E6B027-3647-4DC0-8C42-07B523029093}" srcOrd="0" destOrd="2" presId="urn:microsoft.com/office/officeart/2005/8/layout/process3"/>
    <dgm:cxn modelId="{EDB05792-17A0-4E97-92E8-02407D850409}" type="presOf" srcId="{A634B2FA-C796-46DA-9F04-37A88D88AFC7}" destId="{D4E6B027-3647-4DC0-8C42-07B523029093}" srcOrd="0" destOrd="0" presId="urn:microsoft.com/office/officeart/2005/8/layout/process3"/>
    <dgm:cxn modelId="{82E83599-E6EC-4D4D-8B73-A1B03D19ED66}" srcId="{98FE5870-3441-45CB-8978-96BD9F498DDC}" destId="{2BCB3E08-D13A-4620-8058-AA930BD5524E}" srcOrd="0" destOrd="0" parTransId="{970D42DF-16A9-4E3B-9294-00497CD786B4}" sibTransId="{A84F17C4-8BE6-4055-8EAE-3FEABA234D7D}"/>
    <dgm:cxn modelId="{592A8399-98BA-4C65-9B14-C76F2D1CE19C}" srcId="{98FE5870-3441-45CB-8978-96BD9F498DDC}" destId="{0B7FD269-F900-40D2-AF1C-164415CCB80E}" srcOrd="1" destOrd="0" parTransId="{034D5BBC-E79C-469F-9FE2-E2BF42201434}" sibTransId="{44F90BEB-1E04-4F4D-A473-FC70E28DD1F0}"/>
    <dgm:cxn modelId="{FBCC9CA5-24B4-4FA9-BB70-241205147B84}" type="presOf" srcId="{0B7FD269-F900-40D2-AF1C-164415CCB80E}" destId="{FF5BA2E2-DC23-407C-B891-B46A84EFA715}" srcOrd="1" destOrd="0" presId="urn:microsoft.com/office/officeart/2005/8/layout/process3"/>
    <dgm:cxn modelId="{559C5AA6-F14B-4E56-AB44-3FD562C2AC97}" type="presOf" srcId="{98FE5870-3441-45CB-8978-96BD9F498DDC}" destId="{74BD6781-5196-4692-A6FD-E00163048D38}" srcOrd="0" destOrd="0" presId="urn:microsoft.com/office/officeart/2005/8/layout/process3"/>
    <dgm:cxn modelId="{724F77B2-7B23-4DA6-AA40-FD40CC28B08A}" srcId="{0B7FD269-F900-40D2-AF1C-164415CCB80E}" destId="{A634B2FA-C796-46DA-9F04-37A88D88AFC7}" srcOrd="0" destOrd="0" parTransId="{4E9B509C-6A1B-41EF-8C0B-1837A240E52F}" sibTransId="{E0FBF72A-0CB1-46CD-9AAA-E81F2C150F78}"/>
    <dgm:cxn modelId="{B484D4B7-B371-4B3A-84D3-BBB980601F50}" srcId="{2BCB3E08-D13A-4620-8058-AA930BD5524E}" destId="{B071F6FB-6655-4F5E-A7B9-777AB7EEB88B}" srcOrd="0" destOrd="0" parTransId="{198E8C6A-C159-483E-86B0-AB29230DC540}" sibTransId="{A3FB9602-2DE1-44E3-9472-24DC384C5150}"/>
    <dgm:cxn modelId="{F97DA1BA-0AEF-4262-802E-CC2F9F8E3F19}" type="presOf" srcId="{2BCB3E08-D13A-4620-8058-AA930BD5524E}" destId="{2F05A0E2-E2B3-4E9C-90F0-8EF48BA66069}" srcOrd="0" destOrd="0" presId="urn:microsoft.com/office/officeart/2005/8/layout/process3"/>
    <dgm:cxn modelId="{51B9AABE-BB8F-41DD-B067-E8F5B1383B8C}" type="presOf" srcId="{A84F17C4-8BE6-4055-8EAE-3FEABA234D7D}" destId="{1EE7EEF8-AA70-4C86-8262-C78177E0552C}" srcOrd="1" destOrd="0" presId="urn:microsoft.com/office/officeart/2005/8/layout/process3"/>
    <dgm:cxn modelId="{79FEAFCD-6454-46DF-96E5-87E0D5D9E8C8}" type="presOf" srcId="{A84F17C4-8BE6-4055-8EAE-3FEABA234D7D}" destId="{6AE9E13C-537F-4174-AC6A-214798E6FDA0}" srcOrd="0" destOrd="0" presId="urn:microsoft.com/office/officeart/2005/8/layout/process3"/>
    <dgm:cxn modelId="{67CB11D0-2A96-4402-AA06-C69C2582C692}" srcId="{0B7FD269-F900-40D2-AF1C-164415CCB80E}" destId="{5A792299-D730-4972-8694-349538DDFDAE}" srcOrd="2" destOrd="0" parTransId="{BEF95371-8703-4E81-AC8F-A096814DB780}" sibTransId="{094C2F73-CE7E-4103-ACE7-7D6B7E767EB4}"/>
    <dgm:cxn modelId="{74BA62D5-E53F-4244-8FA3-928B6CCB56C4}" type="presOf" srcId="{2BCB3E08-D13A-4620-8058-AA930BD5524E}" destId="{15E8D78A-B0F0-4E63-A2C2-0638823BC2C0}" srcOrd="1" destOrd="0" presId="urn:microsoft.com/office/officeart/2005/8/layout/process3"/>
    <dgm:cxn modelId="{F8F627F1-E504-4B70-8080-2677C8A692B9}" srcId="{0B7FD269-F900-40D2-AF1C-164415CCB80E}" destId="{EA4356F6-31BA-442A-BB72-D2047BDBBA93}" srcOrd="1" destOrd="0" parTransId="{29B1EA4E-835E-4E35-AE8C-A1BF1EE54203}" sibTransId="{72721D42-6B8A-4DB3-932D-07CF3001C632}"/>
    <dgm:cxn modelId="{9943FEFA-4AB4-40F7-9870-9D1D8BE3FD3C}" type="presOf" srcId="{EA4356F6-31BA-442A-BB72-D2047BDBBA93}" destId="{D4E6B027-3647-4DC0-8C42-07B523029093}" srcOrd="0" destOrd="1" presId="urn:microsoft.com/office/officeart/2005/8/layout/process3"/>
    <dgm:cxn modelId="{92F9BFB5-C71E-4667-B688-9827B33EEAD7}" type="presParOf" srcId="{74BD6781-5196-4692-A6FD-E00163048D38}" destId="{88DF6C15-5CC8-4DF3-9EE9-37FACF269948}" srcOrd="0" destOrd="0" presId="urn:microsoft.com/office/officeart/2005/8/layout/process3"/>
    <dgm:cxn modelId="{340C99CD-A2C7-48F3-9987-CAD467AD2063}" type="presParOf" srcId="{88DF6C15-5CC8-4DF3-9EE9-37FACF269948}" destId="{2F05A0E2-E2B3-4E9C-90F0-8EF48BA66069}" srcOrd="0" destOrd="0" presId="urn:microsoft.com/office/officeart/2005/8/layout/process3"/>
    <dgm:cxn modelId="{29BFBF5E-494B-4426-86DF-AF44337A7291}" type="presParOf" srcId="{88DF6C15-5CC8-4DF3-9EE9-37FACF269948}" destId="{15E8D78A-B0F0-4E63-A2C2-0638823BC2C0}" srcOrd="1" destOrd="0" presId="urn:microsoft.com/office/officeart/2005/8/layout/process3"/>
    <dgm:cxn modelId="{809C1245-6657-45DC-B34C-C452816CF80D}" type="presParOf" srcId="{88DF6C15-5CC8-4DF3-9EE9-37FACF269948}" destId="{39668D9F-FEF5-4DBF-AB39-FB3BECC58CBA}" srcOrd="2" destOrd="0" presId="urn:microsoft.com/office/officeart/2005/8/layout/process3"/>
    <dgm:cxn modelId="{6C720C6D-AB5E-4D13-9368-3654BC6428D3}" type="presParOf" srcId="{74BD6781-5196-4692-A6FD-E00163048D38}" destId="{6AE9E13C-537F-4174-AC6A-214798E6FDA0}" srcOrd="1" destOrd="0" presId="urn:microsoft.com/office/officeart/2005/8/layout/process3"/>
    <dgm:cxn modelId="{5BA2AA1C-95F4-4304-8691-6B5B5BE34B36}" type="presParOf" srcId="{6AE9E13C-537F-4174-AC6A-214798E6FDA0}" destId="{1EE7EEF8-AA70-4C86-8262-C78177E0552C}" srcOrd="0" destOrd="0" presId="urn:microsoft.com/office/officeart/2005/8/layout/process3"/>
    <dgm:cxn modelId="{B02B153E-836A-4FEB-8051-B481619F9037}" type="presParOf" srcId="{74BD6781-5196-4692-A6FD-E00163048D38}" destId="{A7646AAC-E6FC-40EA-824A-5A6CCADC97B7}" srcOrd="2" destOrd="0" presId="urn:microsoft.com/office/officeart/2005/8/layout/process3"/>
    <dgm:cxn modelId="{2E6A9982-3E79-42B5-B029-272B3FA0415F}" type="presParOf" srcId="{A7646AAC-E6FC-40EA-824A-5A6CCADC97B7}" destId="{DECFD34B-EEC3-4DFE-9D44-447B915A5CF9}" srcOrd="0" destOrd="0" presId="urn:microsoft.com/office/officeart/2005/8/layout/process3"/>
    <dgm:cxn modelId="{28E2F986-16FF-43A6-A06E-8F8427BCA9E7}" type="presParOf" srcId="{A7646AAC-E6FC-40EA-824A-5A6CCADC97B7}" destId="{FF5BA2E2-DC23-407C-B891-B46A84EFA715}" srcOrd="1" destOrd="0" presId="urn:microsoft.com/office/officeart/2005/8/layout/process3"/>
    <dgm:cxn modelId="{D53A4541-6558-4305-96CE-783B7D2F56A6}" type="presParOf" srcId="{A7646AAC-E6FC-40EA-824A-5A6CCADC97B7}" destId="{D4E6B027-3647-4DC0-8C42-07B523029093}" srcOrd="2" destOrd="0" presId="urn:microsoft.com/office/officeart/2005/8/layout/process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98FE5870-3441-45CB-8978-96BD9F498DDC}" type="doc">
      <dgm:prSet loTypeId="urn:microsoft.com/office/officeart/2009/3/layout/StepUpProcess" loCatId="process" qsTypeId="urn:microsoft.com/office/officeart/2005/8/quickstyle/simple5" qsCatId="simple" csTypeId="urn:microsoft.com/office/officeart/2005/8/colors/accent1_4" csCatId="accent1" phldr="1"/>
      <dgm:spPr/>
      <dgm:t>
        <a:bodyPr/>
        <a:lstStyle/>
        <a:p>
          <a:endParaRPr lang="fr-FR"/>
        </a:p>
      </dgm:t>
    </dgm:pt>
    <dgm:pt modelId="{2BCB3E08-D13A-4620-8058-AA930BD5524E}">
      <dgm:prSet phldrT="[Texte]"/>
      <dgm:spPr/>
      <dgm:t>
        <a:bodyPr/>
        <a:lstStyle/>
        <a:p>
          <a:r>
            <a:rPr lang="fr-FR" dirty="0"/>
            <a:t>Un temps collectif</a:t>
          </a:r>
        </a:p>
      </dgm:t>
    </dgm:pt>
    <dgm:pt modelId="{970D42DF-16A9-4E3B-9294-00497CD786B4}" type="parTrans" cxnId="{82E83599-E6EC-4D4D-8B73-A1B03D19ED66}">
      <dgm:prSet/>
      <dgm:spPr/>
      <dgm:t>
        <a:bodyPr/>
        <a:lstStyle/>
        <a:p>
          <a:endParaRPr lang="fr-FR"/>
        </a:p>
      </dgm:t>
    </dgm:pt>
    <dgm:pt modelId="{A84F17C4-8BE6-4055-8EAE-3FEABA234D7D}" type="sibTrans" cxnId="{82E83599-E6EC-4D4D-8B73-A1B03D19ED66}">
      <dgm:prSet/>
      <dgm:spPr/>
      <dgm:t>
        <a:bodyPr/>
        <a:lstStyle/>
        <a:p>
          <a:endParaRPr lang="fr-FR"/>
        </a:p>
      </dgm:t>
    </dgm:pt>
    <dgm:pt modelId="{B071F6FB-6655-4F5E-A7B9-777AB7EEB88B}">
      <dgm:prSet phldrT="[Texte]"/>
      <dgm:spPr/>
      <dgm:t>
        <a:bodyPr/>
        <a:lstStyle/>
        <a:p>
          <a:r>
            <a:rPr lang="fr-FR" dirty="0"/>
            <a:t>14 h minimum</a:t>
          </a:r>
        </a:p>
      </dgm:t>
    </dgm:pt>
    <dgm:pt modelId="{198E8C6A-C159-483E-86B0-AB29230DC540}" type="parTrans" cxnId="{B484D4B7-B371-4B3A-84D3-BBB980601F50}">
      <dgm:prSet/>
      <dgm:spPr/>
      <dgm:t>
        <a:bodyPr/>
        <a:lstStyle/>
        <a:p>
          <a:endParaRPr lang="fr-FR"/>
        </a:p>
      </dgm:t>
    </dgm:pt>
    <dgm:pt modelId="{A3FB9602-2DE1-44E3-9472-24DC384C5150}" type="sibTrans" cxnId="{B484D4B7-B371-4B3A-84D3-BBB980601F50}">
      <dgm:prSet/>
      <dgm:spPr/>
      <dgm:t>
        <a:bodyPr/>
        <a:lstStyle/>
        <a:p>
          <a:endParaRPr lang="fr-FR"/>
        </a:p>
      </dgm:t>
    </dgm:pt>
    <dgm:pt modelId="{0B7FD269-F900-40D2-AF1C-164415CCB80E}">
      <dgm:prSet phldrT="[Texte]"/>
      <dgm:spPr/>
      <dgm:t>
        <a:bodyPr/>
        <a:lstStyle/>
        <a:p>
          <a:r>
            <a:rPr lang="fr-FR" dirty="0"/>
            <a:t>Un temps individuel</a:t>
          </a:r>
        </a:p>
      </dgm:t>
    </dgm:pt>
    <dgm:pt modelId="{034D5BBC-E79C-469F-9FE2-E2BF42201434}" type="parTrans" cxnId="{592A8399-98BA-4C65-9B14-C76F2D1CE19C}">
      <dgm:prSet/>
      <dgm:spPr/>
      <dgm:t>
        <a:bodyPr/>
        <a:lstStyle/>
        <a:p>
          <a:endParaRPr lang="fr-FR"/>
        </a:p>
      </dgm:t>
    </dgm:pt>
    <dgm:pt modelId="{44F90BEB-1E04-4F4D-A473-FC70E28DD1F0}" type="sibTrans" cxnId="{592A8399-98BA-4C65-9B14-C76F2D1CE19C}">
      <dgm:prSet/>
      <dgm:spPr/>
      <dgm:t>
        <a:bodyPr/>
        <a:lstStyle/>
        <a:p>
          <a:endParaRPr lang="fr-FR"/>
        </a:p>
      </dgm:t>
    </dgm:pt>
    <dgm:pt modelId="{A634B2FA-C796-46DA-9F04-37A88D88AFC7}">
      <dgm:prSet phldrT="[Texte]"/>
      <dgm:spPr/>
      <dgm:t>
        <a:bodyPr/>
        <a:lstStyle/>
        <a:p>
          <a:r>
            <a:rPr lang="fr-FR" dirty="0"/>
            <a:t>Durée : 2h minimum 3h maximum</a:t>
          </a:r>
        </a:p>
      </dgm:t>
    </dgm:pt>
    <dgm:pt modelId="{4E9B509C-6A1B-41EF-8C0B-1837A240E52F}" type="parTrans" cxnId="{724F77B2-7B23-4DA6-AA40-FD40CC28B08A}">
      <dgm:prSet/>
      <dgm:spPr/>
      <dgm:t>
        <a:bodyPr/>
        <a:lstStyle/>
        <a:p>
          <a:endParaRPr lang="fr-FR"/>
        </a:p>
      </dgm:t>
    </dgm:pt>
    <dgm:pt modelId="{E0FBF72A-0CB1-46CD-9AAA-E81F2C150F78}" type="sibTrans" cxnId="{724F77B2-7B23-4DA6-AA40-FD40CC28B08A}">
      <dgm:prSet/>
      <dgm:spPr/>
      <dgm:t>
        <a:bodyPr/>
        <a:lstStyle/>
        <a:p>
          <a:endParaRPr lang="fr-FR"/>
        </a:p>
      </dgm:t>
    </dgm:pt>
    <dgm:pt modelId="{6354108A-A951-459F-8ADE-E239A6C8F17D}">
      <dgm:prSet/>
      <dgm:spPr/>
      <dgm:t>
        <a:bodyPr/>
        <a:lstStyle/>
        <a:p>
          <a:r>
            <a:rPr lang="fr-FR"/>
            <a:t>Les thématiques traitées en formation doivent obligatoirement être en lien avec 2 des 3 piliers du développement durable (économique, environnement, social et/ou sociétal)</a:t>
          </a:r>
          <a:endParaRPr lang="fr-FR" dirty="0"/>
        </a:p>
      </dgm:t>
    </dgm:pt>
    <dgm:pt modelId="{EC79B622-A701-4764-B28F-B49D975E67FD}" type="parTrans" cxnId="{B3824208-D6F4-4732-95C4-AF455F2E6628}">
      <dgm:prSet/>
      <dgm:spPr/>
      <dgm:t>
        <a:bodyPr/>
        <a:lstStyle/>
        <a:p>
          <a:endParaRPr lang="fr-FR"/>
        </a:p>
      </dgm:t>
    </dgm:pt>
    <dgm:pt modelId="{780C2BDD-E986-4799-A3ED-C0D9B0C800A3}" type="sibTrans" cxnId="{B3824208-D6F4-4732-95C4-AF455F2E6628}">
      <dgm:prSet/>
      <dgm:spPr/>
      <dgm:t>
        <a:bodyPr/>
        <a:lstStyle/>
        <a:p>
          <a:endParaRPr lang="fr-FR"/>
        </a:p>
      </dgm:t>
    </dgm:pt>
    <dgm:pt modelId="{9548A837-3F60-4A23-B3A1-EC37576FEDBB}">
      <dgm:prSet/>
      <dgm:spPr/>
      <dgm:t>
        <a:bodyPr/>
        <a:lstStyle/>
        <a:p>
          <a:r>
            <a:rPr lang="fr-FR" dirty="0"/>
            <a:t>Faire émarger la problématique du stagiaire en lien avec les apports de la formation</a:t>
          </a:r>
        </a:p>
      </dgm:t>
    </dgm:pt>
    <dgm:pt modelId="{97CA1AE7-F1AF-440F-8C15-ABBAF8BFCAF3}" type="parTrans" cxnId="{553E0727-CB3D-40DE-A907-A4BEC9D58551}">
      <dgm:prSet/>
      <dgm:spPr/>
      <dgm:t>
        <a:bodyPr/>
        <a:lstStyle/>
        <a:p>
          <a:endParaRPr lang="fr-FR"/>
        </a:p>
      </dgm:t>
    </dgm:pt>
    <dgm:pt modelId="{64F8404B-43CB-430A-94C2-681DBA083856}" type="sibTrans" cxnId="{553E0727-CB3D-40DE-A907-A4BEC9D58551}">
      <dgm:prSet/>
      <dgm:spPr/>
      <dgm:t>
        <a:bodyPr/>
        <a:lstStyle/>
        <a:p>
          <a:endParaRPr lang="fr-FR"/>
        </a:p>
      </dgm:t>
    </dgm:pt>
    <dgm:pt modelId="{FF81A153-7A6A-491A-BD8D-27897F3DE4F0}">
      <dgm:prSet phldrT="[Texte]"/>
      <dgm:spPr/>
      <dgm:t>
        <a:bodyPr/>
        <a:lstStyle/>
        <a:p>
          <a:r>
            <a:rPr lang="fr-FR"/>
            <a:t>Accompagner le stagiaire dans la résolution de sa problématique (c’est le stagiaire qui est acteur de la résolution de sa problématique)</a:t>
          </a:r>
          <a:endParaRPr lang="fr-FR" dirty="0"/>
        </a:p>
      </dgm:t>
    </dgm:pt>
    <dgm:pt modelId="{0F3B7811-0177-442C-A6C5-4BEC689EB087}" type="parTrans" cxnId="{24A788AB-D376-4B91-9B27-C84CC9FF988B}">
      <dgm:prSet/>
      <dgm:spPr/>
      <dgm:t>
        <a:bodyPr/>
        <a:lstStyle/>
        <a:p>
          <a:endParaRPr lang="fr-FR"/>
        </a:p>
      </dgm:t>
    </dgm:pt>
    <dgm:pt modelId="{E2FA39D4-E016-4727-87C2-6A2FCEC44CE1}" type="sibTrans" cxnId="{24A788AB-D376-4B91-9B27-C84CC9FF988B}">
      <dgm:prSet/>
      <dgm:spPr/>
      <dgm:t>
        <a:bodyPr/>
        <a:lstStyle/>
        <a:p>
          <a:endParaRPr lang="fr-FR"/>
        </a:p>
      </dgm:t>
    </dgm:pt>
    <dgm:pt modelId="{7101A5ED-3EB6-4DB7-A14C-DFA57CBEE0B0}">
      <dgm:prSet phldrT="[Texte]"/>
      <dgm:spPr/>
      <dgm:t>
        <a:bodyPr/>
        <a:lstStyle/>
        <a:p>
          <a:r>
            <a:rPr lang="fr-FR" dirty="0"/>
            <a:t>Le protocole d’accompagnement individualisé est le support du rendez-vous</a:t>
          </a:r>
        </a:p>
      </dgm:t>
    </dgm:pt>
    <dgm:pt modelId="{9A1F8569-EEBF-46DF-B72F-AEB419ACD61D}" type="parTrans" cxnId="{AB606388-1938-4052-90BA-5A022406ECE7}">
      <dgm:prSet/>
      <dgm:spPr/>
      <dgm:t>
        <a:bodyPr/>
        <a:lstStyle/>
        <a:p>
          <a:endParaRPr lang="fr-FR"/>
        </a:p>
      </dgm:t>
    </dgm:pt>
    <dgm:pt modelId="{16CBAECF-D970-4C67-BE32-5C8F3F114F51}" type="sibTrans" cxnId="{AB606388-1938-4052-90BA-5A022406ECE7}">
      <dgm:prSet/>
      <dgm:spPr/>
      <dgm:t>
        <a:bodyPr/>
        <a:lstStyle/>
        <a:p>
          <a:endParaRPr lang="fr-FR"/>
        </a:p>
      </dgm:t>
    </dgm:pt>
    <dgm:pt modelId="{549693E7-EF29-4B6D-9C01-E3BC36CC42DE}" type="pres">
      <dgm:prSet presAssocID="{98FE5870-3441-45CB-8978-96BD9F498DDC}" presName="rootnode" presStyleCnt="0">
        <dgm:presLayoutVars>
          <dgm:chMax/>
          <dgm:chPref/>
          <dgm:dir/>
          <dgm:animLvl val="lvl"/>
        </dgm:presLayoutVars>
      </dgm:prSet>
      <dgm:spPr/>
    </dgm:pt>
    <dgm:pt modelId="{6B871643-2F16-4770-9A7A-0279A1BF744B}" type="pres">
      <dgm:prSet presAssocID="{2BCB3E08-D13A-4620-8058-AA930BD5524E}" presName="composite" presStyleCnt="0"/>
      <dgm:spPr/>
    </dgm:pt>
    <dgm:pt modelId="{F0796355-CF3B-46DE-87F1-D43D7D770C93}" type="pres">
      <dgm:prSet presAssocID="{2BCB3E08-D13A-4620-8058-AA930BD5524E}" presName="LShape" presStyleLbl="alignNode1" presStyleIdx="0" presStyleCnt="3"/>
      <dgm:spPr/>
    </dgm:pt>
    <dgm:pt modelId="{C6BE4115-3DFF-4DAF-8F3D-5D5B98529196}" type="pres">
      <dgm:prSet presAssocID="{2BCB3E08-D13A-4620-8058-AA930BD5524E}" presName="ParentText" presStyleLbl="revTx" presStyleIdx="0" presStyleCnt="2">
        <dgm:presLayoutVars>
          <dgm:chMax val="0"/>
          <dgm:chPref val="0"/>
          <dgm:bulletEnabled val="1"/>
        </dgm:presLayoutVars>
      </dgm:prSet>
      <dgm:spPr/>
    </dgm:pt>
    <dgm:pt modelId="{0ED89019-5A6A-40FB-B1DD-079E580C3608}" type="pres">
      <dgm:prSet presAssocID="{2BCB3E08-D13A-4620-8058-AA930BD5524E}" presName="Triangle" presStyleLbl="alignNode1" presStyleIdx="1" presStyleCnt="3"/>
      <dgm:spPr/>
    </dgm:pt>
    <dgm:pt modelId="{0812FCEB-9EF4-43D5-925E-A54253F6DF45}" type="pres">
      <dgm:prSet presAssocID="{A84F17C4-8BE6-4055-8EAE-3FEABA234D7D}" presName="sibTrans" presStyleCnt="0"/>
      <dgm:spPr/>
    </dgm:pt>
    <dgm:pt modelId="{7D762775-3EC9-4C76-B203-96E56FEF94ED}" type="pres">
      <dgm:prSet presAssocID="{A84F17C4-8BE6-4055-8EAE-3FEABA234D7D}" presName="space" presStyleCnt="0"/>
      <dgm:spPr/>
    </dgm:pt>
    <dgm:pt modelId="{93D2686C-1DD0-49C4-9786-1075A8FD1077}" type="pres">
      <dgm:prSet presAssocID="{0B7FD269-F900-40D2-AF1C-164415CCB80E}" presName="composite" presStyleCnt="0"/>
      <dgm:spPr/>
    </dgm:pt>
    <dgm:pt modelId="{78D1A845-F668-40FB-8495-E93338B8E08C}" type="pres">
      <dgm:prSet presAssocID="{0B7FD269-F900-40D2-AF1C-164415CCB80E}" presName="LShape" presStyleLbl="alignNode1" presStyleIdx="2" presStyleCnt="3"/>
      <dgm:spPr/>
    </dgm:pt>
    <dgm:pt modelId="{BF5E76F1-2630-4E89-980F-60CE316382B9}" type="pres">
      <dgm:prSet presAssocID="{0B7FD269-F900-40D2-AF1C-164415CCB80E}" presName="ParentText" presStyleLbl="revTx" presStyleIdx="1" presStyleCnt="2">
        <dgm:presLayoutVars>
          <dgm:chMax val="0"/>
          <dgm:chPref val="0"/>
          <dgm:bulletEnabled val="1"/>
        </dgm:presLayoutVars>
      </dgm:prSet>
      <dgm:spPr/>
    </dgm:pt>
  </dgm:ptLst>
  <dgm:cxnLst>
    <dgm:cxn modelId="{B3824208-D6F4-4732-95C4-AF455F2E6628}" srcId="{2BCB3E08-D13A-4620-8058-AA930BD5524E}" destId="{6354108A-A951-459F-8ADE-E239A6C8F17D}" srcOrd="1" destOrd="0" parTransId="{EC79B622-A701-4764-B28F-B49D975E67FD}" sibTransId="{780C2BDD-E986-4799-A3ED-C0D9B0C800A3}"/>
    <dgm:cxn modelId="{3FF9F313-E92B-40B4-9696-4F2222D669FA}" type="presOf" srcId="{7101A5ED-3EB6-4DB7-A14C-DFA57CBEE0B0}" destId="{BF5E76F1-2630-4E89-980F-60CE316382B9}" srcOrd="0" destOrd="3" presId="urn:microsoft.com/office/officeart/2009/3/layout/StepUpProcess"/>
    <dgm:cxn modelId="{2CF35D1E-0075-4FAB-8B05-8D800787DC01}" type="presOf" srcId="{FF81A153-7A6A-491A-BD8D-27897F3DE4F0}" destId="{BF5E76F1-2630-4E89-980F-60CE316382B9}" srcOrd="0" destOrd="2" presId="urn:microsoft.com/office/officeart/2009/3/layout/StepUpProcess"/>
    <dgm:cxn modelId="{553E0727-CB3D-40DE-A907-A4BEC9D58551}" srcId="{2BCB3E08-D13A-4620-8058-AA930BD5524E}" destId="{9548A837-3F60-4A23-B3A1-EC37576FEDBB}" srcOrd="2" destOrd="0" parTransId="{97CA1AE7-F1AF-440F-8C15-ABBAF8BFCAF3}" sibTransId="{64F8404B-43CB-430A-94C2-681DBA083856}"/>
    <dgm:cxn modelId="{F5B98080-54AE-411C-8C15-17D491EDECC8}" type="presOf" srcId="{6354108A-A951-459F-8ADE-E239A6C8F17D}" destId="{C6BE4115-3DFF-4DAF-8F3D-5D5B98529196}" srcOrd="0" destOrd="2" presId="urn:microsoft.com/office/officeart/2009/3/layout/StepUpProcess"/>
    <dgm:cxn modelId="{AB606388-1938-4052-90BA-5A022406ECE7}" srcId="{0B7FD269-F900-40D2-AF1C-164415CCB80E}" destId="{7101A5ED-3EB6-4DB7-A14C-DFA57CBEE0B0}" srcOrd="2" destOrd="0" parTransId="{9A1F8569-EEBF-46DF-B72F-AEB419ACD61D}" sibTransId="{16CBAECF-D970-4C67-BE32-5C8F3F114F51}"/>
    <dgm:cxn modelId="{65BDA08D-0100-4233-B75C-C8E7A1B83476}" type="presOf" srcId="{0B7FD269-F900-40D2-AF1C-164415CCB80E}" destId="{BF5E76F1-2630-4E89-980F-60CE316382B9}" srcOrd="0" destOrd="0" presId="urn:microsoft.com/office/officeart/2009/3/layout/StepUpProcess"/>
    <dgm:cxn modelId="{82E83599-E6EC-4D4D-8B73-A1B03D19ED66}" srcId="{98FE5870-3441-45CB-8978-96BD9F498DDC}" destId="{2BCB3E08-D13A-4620-8058-AA930BD5524E}" srcOrd="0" destOrd="0" parTransId="{970D42DF-16A9-4E3B-9294-00497CD786B4}" sibTransId="{A84F17C4-8BE6-4055-8EAE-3FEABA234D7D}"/>
    <dgm:cxn modelId="{592A8399-98BA-4C65-9B14-C76F2D1CE19C}" srcId="{98FE5870-3441-45CB-8978-96BD9F498DDC}" destId="{0B7FD269-F900-40D2-AF1C-164415CCB80E}" srcOrd="1" destOrd="0" parTransId="{034D5BBC-E79C-469F-9FE2-E2BF42201434}" sibTransId="{44F90BEB-1E04-4F4D-A473-FC70E28DD1F0}"/>
    <dgm:cxn modelId="{01C347A3-6F41-4226-81FA-C1DAED5045FD}" type="presOf" srcId="{B071F6FB-6655-4F5E-A7B9-777AB7EEB88B}" destId="{C6BE4115-3DFF-4DAF-8F3D-5D5B98529196}" srcOrd="0" destOrd="1" presId="urn:microsoft.com/office/officeart/2009/3/layout/StepUpProcess"/>
    <dgm:cxn modelId="{24A788AB-D376-4B91-9B27-C84CC9FF988B}" srcId="{0B7FD269-F900-40D2-AF1C-164415CCB80E}" destId="{FF81A153-7A6A-491A-BD8D-27897F3DE4F0}" srcOrd="1" destOrd="0" parTransId="{0F3B7811-0177-442C-A6C5-4BEC689EB087}" sibTransId="{E2FA39D4-E016-4727-87C2-6A2FCEC44CE1}"/>
    <dgm:cxn modelId="{324E1FAC-9AD4-4D13-8E41-7BACF583C87E}" type="presOf" srcId="{9548A837-3F60-4A23-B3A1-EC37576FEDBB}" destId="{C6BE4115-3DFF-4DAF-8F3D-5D5B98529196}" srcOrd="0" destOrd="3" presId="urn:microsoft.com/office/officeart/2009/3/layout/StepUpProcess"/>
    <dgm:cxn modelId="{724F77B2-7B23-4DA6-AA40-FD40CC28B08A}" srcId="{0B7FD269-F900-40D2-AF1C-164415CCB80E}" destId="{A634B2FA-C796-46DA-9F04-37A88D88AFC7}" srcOrd="0" destOrd="0" parTransId="{4E9B509C-6A1B-41EF-8C0B-1837A240E52F}" sibTransId="{E0FBF72A-0CB1-46CD-9AAA-E81F2C150F78}"/>
    <dgm:cxn modelId="{B484D4B7-B371-4B3A-84D3-BBB980601F50}" srcId="{2BCB3E08-D13A-4620-8058-AA930BD5524E}" destId="{B071F6FB-6655-4F5E-A7B9-777AB7EEB88B}" srcOrd="0" destOrd="0" parTransId="{198E8C6A-C159-483E-86B0-AB29230DC540}" sibTransId="{A3FB9602-2DE1-44E3-9472-24DC384C5150}"/>
    <dgm:cxn modelId="{971428CC-8F01-4C08-9253-C0CE4D6CF5B4}" type="presOf" srcId="{98FE5870-3441-45CB-8978-96BD9F498DDC}" destId="{549693E7-EF29-4B6D-9C01-E3BC36CC42DE}" srcOrd="0" destOrd="0" presId="urn:microsoft.com/office/officeart/2009/3/layout/StepUpProcess"/>
    <dgm:cxn modelId="{E042B2FD-833C-4D6C-93E3-27F01DD19E23}" type="presOf" srcId="{2BCB3E08-D13A-4620-8058-AA930BD5524E}" destId="{C6BE4115-3DFF-4DAF-8F3D-5D5B98529196}" srcOrd="0" destOrd="0" presId="urn:microsoft.com/office/officeart/2009/3/layout/StepUpProcess"/>
    <dgm:cxn modelId="{66BE09FF-8462-4062-8E4F-7A37DB5B387A}" type="presOf" srcId="{A634B2FA-C796-46DA-9F04-37A88D88AFC7}" destId="{BF5E76F1-2630-4E89-980F-60CE316382B9}" srcOrd="0" destOrd="1" presId="urn:microsoft.com/office/officeart/2009/3/layout/StepUpProcess"/>
    <dgm:cxn modelId="{BD44499E-3434-4A3D-A08F-B83D5389CF81}" type="presParOf" srcId="{549693E7-EF29-4B6D-9C01-E3BC36CC42DE}" destId="{6B871643-2F16-4770-9A7A-0279A1BF744B}" srcOrd="0" destOrd="0" presId="urn:microsoft.com/office/officeart/2009/3/layout/StepUpProcess"/>
    <dgm:cxn modelId="{7E8DB8A8-3CDD-4812-BD3A-48DD2A4A6376}" type="presParOf" srcId="{6B871643-2F16-4770-9A7A-0279A1BF744B}" destId="{F0796355-CF3B-46DE-87F1-D43D7D770C93}" srcOrd="0" destOrd="0" presId="urn:microsoft.com/office/officeart/2009/3/layout/StepUpProcess"/>
    <dgm:cxn modelId="{BAF9E994-B944-4876-9B5E-A81871E5DB3A}" type="presParOf" srcId="{6B871643-2F16-4770-9A7A-0279A1BF744B}" destId="{C6BE4115-3DFF-4DAF-8F3D-5D5B98529196}" srcOrd="1" destOrd="0" presId="urn:microsoft.com/office/officeart/2009/3/layout/StepUpProcess"/>
    <dgm:cxn modelId="{AAA82752-75B5-41E7-9E60-67321CBD4A1E}" type="presParOf" srcId="{6B871643-2F16-4770-9A7A-0279A1BF744B}" destId="{0ED89019-5A6A-40FB-B1DD-079E580C3608}" srcOrd="2" destOrd="0" presId="urn:microsoft.com/office/officeart/2009/3/layout/StepUpProcess"/>
    <dgm:cxn modelId="{99784D30-CA3D-4FE6-BE4E-78541B2493B1}" type="presParOf" srcId="{549693E7-EF29-4B6D-9C01-E3BC36CC42DE}" destId="{0812FCEB-9EF4-43D5-925E-A54253F6DF45}" srcOrd="1" destOrd="0" presId="urn:microsoft.com/office/officeart/2009/3/layout/StepUpProcess"/>
    <dgm:cxn modelId="{5E2A5A90-9ACF-45C1-A77E-283250419961}" type="presParOf" srcId="{0812FCEB-9EF4-43D5-925E-A54253F6DF45}" destId="{7D762775-3EC9-4C76-B203-96E56FEF94ED}" srcOrd="0" destOrd="0" presId="urn:microsoft.com/office/officeart/2009/3/layout/StepUpProcess"/>
    <dgm:cxn modelId="{869D6D5F-36F8-47EE-A780-6A29E7794C5E}" type="presParOf" srcId="{549693E7-EF29-4B6D-9C01-E3BC36CC42DE}" destId="{93D2686C-1DD0-49C4-9786-1075A8FD1077}" srcOrd="2" destOrd="0" presId="urn:microsoft.com/office/officeart/2009/3/layout/StepUpProcess"/>
    <dgm:cxn modelId="{03BBA0BF-958E-4C63-ACAB-CEFB068D829F}" type="presParOf" srcId="{93D2686C-1DD0-49C4-9786-1075A8FD1077}" destId="{78D1A845-F668-40FB-8495-E93338B8E08C}" srcOrd="0" destOrd="0" presId="urn:microsoft.com/office/officeart/2009/3/layout/StepUpProcess"/>
    <dgm:cxn modelId="{99ED1120-3575-4C00-B7CC-BC1CCC2F28F8}" type="presParOf" srcId="{93D2686C-1DD0-49C4-9786-1075A8FD1077}" destId="{BF5E76F1-2630-4E89-980F-60CE316382B9}" srcOrd="1" destOrd="0" presId="urn:microsoft.com/office/officeart/2009/3/layout/StepUpProces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FAEECE5B-B37D-4592-BA1B-3990198A03E1}" type="doc">
      <dgm:prSet loTypeId="urn:microsoft.com/office/officeart/2008/layout/AscendingPictureAccentProcess" loCatId="picture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fr-FR"/>
        </a:p>
      </dgm:t>
    </dgm:pt>
    <dgm:pt modelId="{921FF384-828B-49D9-A606-C0357B111E2A}">
      <dgm:prSet phldrT="[Texte]"/>
      <dgm:spPr/>
      <dgm:t>
        <a:bodyPr/>
        <a:lstStyle/>
        <a:p>
          <a:r>
            <a:rPr lang="fr-FR" dirty="0"/>
            <a:t>Formation présentielle (2 jours au moins)</a:t>
          </a:r>
        </a:p>
      </dgm:t>
    </dgm:pt>
    <dgm:pt modelId="{8ED36682-D0DF-4648-8461-58E9CF09AD9F}" type="parTrans" cxnId="{CB9B35C7-AE72-4213-8524-8F399769FA55}">
      <dgm:prSet/>
      <dgm:spPr/>
      <dgm:t>
        <a:bodyPr/>
        <a:lstStyle/>
        <a:p>
          <a:endParaRPr lang="fr-FR"/>
        </a:p>
      </dgm:t>
    </dgm:pt>
    <dgm:pt modelId="{B2746001-61E6-4A67-9897-BD21B9001256}" type="sibTrans" cxnId="{CB9B35C7-AE72-4213-8524-8F399769FA55}">
      <dgm:prSet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16000" r="-16000"/>
          </a:stretch>
        </a:blipFill>
      </dgm:spPr>
      <dgm:t>
        <a:bodyPr/>
        <a:lstStyle/>
        <a:p>
          <a:endParaRPr lang="fr-FR"/>
        </a:p>
      </dgm:t>
    </dgm:pt>
    <dgm:pt modelId="{09F86B49-F969-4793-AF77-34A062AA4BE0}">
      <dgm:prSet phldrT="[Texte]"/>
      <dgm:spPr/>
      <dgm:t>
        <a:bodyPr/>
        <a:lstStyle/>
        <a:p>
          <a:r>
            <a:rPr lang="fr-FR" dirty="0"/>
            <a:t>Accompagnement individualisé</a:t>
          </a:r>
        </a:p>
      </dgm:t>
    </dgm:pt>
    <dgm:pt modelId="{26559B4A-3547-4AF9-A9F5-320D150B40AF}" type="parTrans" cxnId="{EA1F01BE-1A2E-4B72-A3AF-2A91A24F5F31}">
      <dgm:prSet/>
      <dgm:spPr/>
      <dgm:t>
        <a:bodyPr/>
        <a:lstStyle/>
        <a:p>
          <a:endParaRPr lang="fr-FR"/>
        </a:p>
      </dgm:t>
    </dgm:pt>
    <dgm:pt modelId="{15D1C1E7-E66F-47E3-8852-514EEE7AD8E9}" type="sibTrans" cxnId="{EA1F01BE-1A2E-4B72-A3AF-2A91A24F5F31}">
      <dgm:prSet/>
      <dgm:spPr>
        <a:blipFill>
          <a:blip xmlns:r="http://schemas.openxmlformats.org/officeDocument/2006/relationships"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19000" r="-19000"/>
          </a:stretch>
        </a:blipFill>
      </dgm:spPr>
      <dgm:t>
        <a:bodyPr/>
        <a:lstStyle/>
        <a:p>
          <a:endParaRPr lang="fr-FR"/>
        </a:p>
      </dgm:t>
    </dgm:pt>
    <dgm:pt modelId="{FD21AEDC-92C9-4822-AF34-0330F9B9A37C}" type="pres">
      <dgm:prSet presAssocID="{FAEECE5B-B37D-4592-BA1B-3990198A03E1}" presName="Name0" presStyleCnt="0">
        <dgm:presLayoutVars>
          <dgm:chMax val="7"/>
          <dgm:chPref val="7"/>
          <dgm:dir/>
        </dgm:presLayoutVars>
      </dgm:prSet>
      <dgm:spPr/>
    </dgm:pt>
    <dgm:pt modelId="{95EB70A5-13F8-4A5E-A150-A3680D909D68}" type="pres">
      <dgm:prSet presAssocID="{FAEECE5B-B37D-4592-BA1B-3990198A03E1}" presName="dot1" presStyleLbl="alignNode1" presStyleIdx="0" presStyleCnt="10"/>
      <dgm:spPr/>
    </dgm:pt>
    <dgm:pt modelId="{52310494-859F-4EA1-8EFA-6F60E3D66FCF}" type="pres">
      <dgm:prSet presAssocID="{FAEECE5B-B37D-4592-BA1B-3990198A03E1}" presName="dot2" presStyleLbl="alignNode1" presStyleIdx="1" presStyleCnt="10"/>
      <dgm:spPr/>
    </dgm:pt>
    <dgm:pt modelId="{16961324-62F1-42B2-851A-0B475D0BF364}" type="pres">
      <dgm:prSet presAssocID="{FAEECE5B-B37D-4592-BA1B-3990198A03E1}" presName="dot3" presStyleLbl="alignNode1" presStyleIdx="2" presStyleCnt="10"/>
      <dgm:spPr/>
    </dgm:pt>
    <dgm:pt modelId="{4D5BC1E6-7894-4882-84AD-319B74AF9E63}" type="pres">
      <dgm:prSet presAssocID="{FAEECE5B-B37D-4592-BA1B-3990198A03E1}" presName="dotArrow1" presStyleLbl="alignNode1" presStyleIdx="3" presStyleCnt="10"/>
      <dgm:spPr/>
    </dgm:pt>
    <dgm:pt modelId="{5F641E7F-4629-4097-9607-895668E4DF93}" type="pres">
      <dgm:prSet presAssocID="{FAEECE5B-B37D-4592-BA1B-3990198A03E1}" presName="dotArrow2" presStyleLbl="alignNode1" presStyleIdx="4" presStyleCnt="10"/>
      <dgm:spPr/>
    </dgm:pt>
    <dgm:pt modelId="{56C4EF72-5D92-481C-B08C-D7F3BAB5C627}" type="pres">
      <dgm:prSet presAssocID="{FAEECE5B-B37D-4592-BA1B-3990198A03E1}" presName="dotArrow3" presStyleLbl="alignNode1" presStyleIdx="5" presStyleCnt="10"/>
      <dgm:spPr/>
    </dgm:pt>
    <dgm:pt modelId="{5BCC54BC-2157-48DF-9769-7CAD8AF790BA}" type="pres">
      <dgm:prSet presAssocID="{FAEECE5B-B37D-4592-BA1B-3990198A03E1}" presName="dotArrow4" presStyleLbl="alignNode1" presStyleIdx="6" presStyleCnt="10"/>
      <dgm:spPr/>
    </dgm:pt>
    <dgm:pt modelId="{3027F028-CD61-430A-87B3-C0B059204B27}" type="pres">
      <dgm:prSet presAssocID="{FAEECE5B-B37D-4592-BA1B-3990198A03E1}" presName="dotArrow5" presStyleLbl="alignNode1" presStyleIdx="7" presStyleCnt="10"/>
      <dgm:spPr/>
    </dgm:pt>
    <dgm:pt modelId="{E95D4693-8AF8-4891-B5B0-10B7A558373D}" type="pres">
      <dgm:prSet presAssocID="{FAEECE5B-B37D-4592-BA1B-3990198A03E1}" presName="dotArrow6" presStyleLbl="alignNode1" presStyleIdx="8" presStyleCnt="10"/>
      <dgm:spPr/>
    </dgm:pt>
    <dgm:pt modelId="{9D9E51AE-6AC7-4068-9270-DAEE882F5322}" type="pres">
      <dgm:prSet presAssocID="{FAEECE5B-B37D-4592-BA1B-3990198A03E1}" presName="dotArrow7" presStyleLbl="alignNode1" presStyleIdx="9" presStyleCnt="10"/>
      <dgm:spPr/>
    </dgm:pt>
    <dgm:pt modelId="{BCAF5F0F-6B3F-4EDD-BC7F-4CD5AD055F29}" type="pres">
      <dgm:prSet presAssocID="{921FF384-828B-49D9-A606-C0357B111E2A}" presName="parTx1" presStyleLbl="node1" presStyleIdx="0" presStyleCnt="2"/>
      <dgm:spPr/>
    </dgm:pt>
    <dgm:pt modelId="{B1B8CDC0-44E1-4D68-86A5-36FDAE58EBA0}" type="pres">
      <dgm:prSet presAssocID="{B2746001-61E6-4A67-9897-BD21B9001256}" presName="picture1" presStyleCnt="0"/>
      <dgm:spPr/>
    </dgm:pt>
    <dgm:pt modelId="{EDD16038-6571-4296-9BEC-F3882514EFE5}" type="pres">
      <dgm:prSet presAssocID="{B2746001-61E6-4A67-9897-BD21B9001256}" presName="imageRepeatNode" presStyleLbl="fgImgPlace1" presStyleIdx="0" presStyleCnt="2"/>
      <dgm:spPr/>
    </dgm:pt>
    <dgm:pt modelId="{7C0F094A-3ADD-48C8-88D9-39D82D093E84}" type="pres">
      <dgm:prSet presAssocID="{09F86B49-F969-4793-AF77-34A062AA4BE0}" presName="parTx2" presStyleLbl="node1" presStyleIdx="1" presStyleCnt="2"/>
      <dgm:spPr/>
    </dgm:pt>
    <dgm:pt modelId="{2893DD48-2F83-44C8-BB3B-25711C70E5FB}" type="pres">
      <dgm:prSet presAssocID="{15D1C1E7-E66F-47E3-8852-514EEE7AD8E9}" presName="picture2" presStyleCnt="0"/>
      <dgm:spPr/>
    </dgm:pt>
    <dgm:pt modelId="{EE5BA338-E66B-4AA3-B65B-20217E6BD739}" type="pres">
      <dgm:prSet presAssocID="{15D1C1E7-E66F-47E3-8852-514EEE7AD8E9}" presName="imageRepeatNode" presStyleLbl="fgImgPlace1" presStyleIdx="1" presStyleCnt="2"/>
      <dgm:spPr/>
    </dgm:pt>
  </dgm:ptLst>
  <dgm:cxnLst>
    <dgm:cxn modelId="{4525DA6C-404C-4254-8A3A-C7E235382C19}" type="presOf" srcId="{FAEECE5B-B37D-4592-BA1B-3990198A03E1}" destId="{FD21AEDC-92C9-4822-AF34-0330F9B9A37C}" srcOrd="0" destOrd="0" presId="urn:microsoft.com/office/officeart/2008/layout/AscendingPictureAccentProcess"/>
    <dgm:cxn modelId="{8FB70279-A4BF-4184-8040-3EA8AE44FAC4}" type="presOf" srcId="{09F86B49-F969-4793-AF77-34A062AA4BE0}" destId="{7C0F094A-3ADD-48C8-88D9-39D82D093E84}" srcOrd="0" destOrd="0" presId="urn:microsoft.com/office/officeart/2008/layout/AscendingPictureAccentProcess"/>
    <dgm:cxn modelId="{86B511B2-8B2E-40D6-B3C8-9466ED5937EE}" type="presOf" srcId="{B2746001-61E6-4A67-9897-BD21B9001256}" destId="{EDD16038-6571-4296-9BEC-F3882514EFE5}" srcOrd="0" destOrd="0" presId="urn:microsoft.com/office/officeart/2008/layout/AscendingPictureAccentProcess"/>
    <dgm:cxn modelId="{EA1F01BE-1A2E-4B72-A3AF-2A91A24F5F31}" srcId="{FAEECE5B-B37D-4592-BA1B-3990198A03E1}" destId="{09F86B49-F969-4793-AF77-34A062AA4BE0}" srcOrd="1" destOrd="0" parTransId="{26559B4A-3547-4AF9-A9F5-320D150B40AF}" sibTransId="{15D1C1E7-E66F-47E3-8852-514EEE7AD8E9}"/>
    <dgm:cxn modelId="{CB9B35C7-AE72-4213-8524-8F399769FA55}" srcId="{FAEECE5B-B37D-4592-BA1B-3990198A03E1}" destId="{921FF384-828B-49D9-A606-C0357B111E2A}" srcOrd="0" destOrd="0" parTransId="{8ED36682-D0DF-4648-8461-58E9CF09AD9F}" sibTransId="{B2746001-61E6-4A67-9897-BD21B9001256}"/>
    <dgm:cxn modelId="{2A763AD1-FF98-44AF-8089-ED41B0C80582}" type="presOf" srcId="{921FF384-828B-49D9-A606-C0357B111E2A}" destId="{BCAF5F0F-6B3F-4EDD-BC7F-4CD5AD055F29}" srcOrd="0" destOrd="0" presId="urn:microsoft.com/office/officeart/2008/layout/AscendingPictureAccentProcess"/>
    <dgm:cxn modelId="{22301EF4-15EB-4BD8-B0DE-1644F2C627E1}" type="presOf" srcId="{15D1C1E7-E66F-47E3-8852-514EEE7AD8E9}" destId="{EE5BA338-E66B-4AA3-B65B-20217E6BD739}" srcOrd="0" destOrd="0" presId="urn:microsoft.com/office/officeart/2008/layout/AscendingPictureAccentProcess"/>
    <dgm:cxn modelId="{84C4797E-8D46-41A6-9242-86166C5DC364}" type="presParOf" srcId="{FD21AEDC-92C9-4822-AF34-0330F9B9A37C}" destId="{95EB70A5-13F8-4A5E-A150-A3680D909D68}" srcOrd="0" destOrd="0" presId="urn:microsoft.com/office/officeart/2008/layout/AscendingPictureAccentProcess"/>
    <dgm:cxn modelId="{F6936CDD-97C5-495E-BA39-27913A4B674B}" type="presParOf" srcId="{FD21AEDC-92C9-4822-AF34-0330F9B9A37C}" destId="{52310494-859F-4EA1-8EFA-6F60E3D66FCF}" srcOrd="1" destOrd="0" presId="urn:microsoft.com/office/officeart/2008/layout/AscendingPictureAccentProcess"/>
    <dgm:cxn modelId="{2E69DEDE-9282-4E8B-BF94-22A07DC60EDF}" type="presParOf" srcId="{FD21AEDC-92C9-4822-AF34-0330F9B9A37C}" destId="{16961324-62F1-42B2-851A-0B475D0BF364}" srcOrd="2" destOrd="0" presId="urn:microsoft.com/office/officeart/2008/layout/AscendingPictureAccentProcess"/>
    <dgm:cxn modelId="{7FD39621-4CB0-4310-B22B-07ED80CF432D}" type="presParOf" srcId="{FD21AEDC-92C9-4822-AF34-0330F9B9A37C}" destId="{4D5BC1E6-7894-4882-84AD-319B74AF9E63}" srcOrd="3" destOrd="0" presId="urn:microsoft.com/office/officeart/2008/layout/AscendingPictureAccentProcess"/>
    <dgm:cxn modelId="{4A2BFDD8-9F1E-4F2A-A929-BF4E41F42B22}" type="presParOf" srcId="{FD21AEDC-92C9-4822-AF34-0330F9B9A37C}" destId="{5F641E7F-4629-4097-9607-895668E4DF93}" srcOrd="4" destOrd="0" presId="urn:microsoft.com/office/officeart/2008/layout/AscendingPictureAccentProcess"/>
    <dgm:cxn modelId="{C411D1F6-BA90-4610-A8F9-AD2AAD27A01B}" type="presParOf" srcId="{FD21AEDC-92C9-4822-AF34-0330F9B9A37C}" destId="{56C4EF72-5D92-481C-B08C-D7F3BAB5C627}" srcOrd="5" destOrd="0" presId="urn:microsoft.com/office/officeart/2008/layout/AscendingPictureAccentProcess"/>
    <dgm:cxn modelId="{D44ADDD4-2DED-4782-8AD0-C481EDDB8CFD}" type="presParOf" srcId="{FD21AEDC-92C9-4822-AF34-0330F9B9A37C}" destId="{5BCC54BC-2157-48DF-9769-7CAD8AF790BA}" srcOrd="6" destOrd="0" presId="urn:microsoft.com/office/officeart/2008/layout/AscendingPictureAccentProcess"/>
    <dgm:cxn modelId="{FDFE9F30-D3C5-407D-B10F-DB50E1057D94}" type="presParOf" srcId="{FD21AEDC-92C9-4822-AF34-0330F9B9A37C}" destId="{3027F028-CD61-430A-87B3-C0B059204B27}" srcOrd="7" destOrd="0" presId="urn:microsoft.com/office/officeart/2008/layout/AscendingPictureAccentProcess"/>
    <dgm:cxn modelId="{44C9E714-7455-49C2-A7D1-D2C12B29FD52}" type="presParOf" srcId="{FD21AEDC-92C9-4822-AF34-0330F9B9A37C}" destId="{E95D4693-8AF8-4891-B5B0-10B7A558373D}" srcOrd="8" destOrd="0" presId="urn:microsoft.com/office/officeart/2008/layout/AscendingPictureAccentProcess"/>
    <dgm:cxn modelId="{EC5BEFA8-27EB-449E-9548-452070B11610}" type="presParOf" srcId="{FD21AEDC-92C9-4822-AF34-0330F9B9A37C}" destId="{9D9E51AE-6AC7-4068-9270-DAEE882F5322}" srcOrd="9" destOrd="0" presId="urn:microsoft.com/office/officeart/2008/layout/AscendingPictureAccentProcess"/>
    <dgm:cxn modelId="{4563DF79-063D-4AA0-B579-047BB85885AE}" type="presParOf" srcId="{FD21AEDC-92C9-4822-AF34-0330F9B9A37C}" destId="{BCAF5F0F-6B3F-4EDD-BC7F-4CD5AD055F29}" srcOrd="10" destOrd="0" presId="urn:microsoft.com/office/officeart/2008/layout/AscendingPictureAccentProcess"/>
    <dgm:cxn modelId="{1356581A-00C9-4825-B9AD-6F2EEE609F42}" type="presParOf" srcId="{FD21AEDC-92C9-4822-AF34-0330F9B9A37C}" destId="{B1B8CDC0-44E1-4D68-86A5-36FDAE58EBA0}" srcOrd="11" destOrd="0" presId="urn:microsoft.com/office/officeart/2008/layout/AscendingPictureAccentProcess"/>
    <dgm:cxn modelId="{D0313918-F140-4A7A-8311-4A06FD8F2116}" type="presParOf" srcId="{B1B8CDC0-44E1-4D68-86A5-36FDAE58EBA0}" destId="{EDD16038-6571-4296-9BEC-F3882514EFE5}" srcOrd="0" destOrd="0" presId="urn:microsoft.com/office/officeart/2008/layout/AscendingPictureAccentProcess"/>
    <dgm:cxn modelId="{287409D7-F9D3-48A2-8D14-C488513167DD}" type="presParOf" srcId="{FD21AEDC-92C9-4822-AF34-0330F9B9A37C}" destId="{7C0F094A-3ADD-48C8-88D9-39D82D093E84}" srcOrd="12" destOrd="0" presId="urn:microsoft.com/office/officeart/2008/layout/AscendingPictureAccentProcess"/>
    <dgm:cxn modelId="{E2B11E24-8B44-4C68-9B14-5EFB702F5C09}" type="presParOf" srcId="{FD21AEDC-92C9-4822-AF34-0330F9B9A37C}" destId="{2893DD48-2F83-44C8-BB3B-25711C70E5FB}" srcOrd="13" destOrd="0" presId="urn:microsoft.com/office/officeart/2008/layout/AscendingPictureAccentProcess"/>
    <dgm:cxn modelId="{7D75FB4B-DD82-4E5B-BB57-4023BB156008}" type="presParOf" srcId="{2893DD48-2F83-44C8-BB3B-25711C70E5FB}" destId="{EE5BA338-E66B-4AA3-B65B-20217E6BD739}" srcOrd="0" destOrd="0" presId="urn:microsoft.com/office/officeart/2008/layout/AscendingPictureAccentProces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5E8D78A-B0F0-4E63-A2C2-0638823BC2C0}">
      <dsp:nvSpPr>
        <dsp:cNvPr id="0" name=""/>
        <dsp:cNvSpPr/>
      </dsp:nvSpPr>
      <dsp:spPr>
        <a:xfrm>
          <a:off x="4261" y="325122"/>
          <a:ext cx="3657947" cy="734399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20904" tIns="120904" rIns="120904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700" kern="1200" dirty="0"/>
            <a:t>Etape 1</a:t>
          </a:r>
        </a:p>
      </dsp:txBody>
      <dsp:txXfrm>
        <a:off x="4261" y="325122"/>
        <a:ext cx="3657947" cy="489600"/>
      </dsp:txXfrm>
    </dsp:sp>
    <dsp:sp modelId="{39668D9F-FEF5-4DBF-AB39-FB3BECC58CBA}">
      <dsp:nvSpPr>
        <dsp:cNvPr id="0" name=""/>
        <dsp:cNvSpPr/>
      </dsp:nvSpPr>
      <dsp:spPr>
        <a:xfrm>
          <a:off x="753479" y="814722"/>
          <a:ext cx="3657947" cy="385560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20904" tIns="120904" rIns="120904" bIns="120904" numCol="1" spcCol="1270" anchor="t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700" kern="1200" dirty="0"/>
            <a:t>Réaliser un </a:t>
          </a:r>
          <a:r>
            <a:rPr lang="fr-FR" sz="1700" b="1" i="0" kern="1200" dirty="0"/>
            <a:t>autodiagnostic</a:t>
          </a:r>
          <a:r>
            <a:rPr lang="fr-FR" sz="1700" kern="1200" dirty="0"/>
            <a:t> en ligne au moment de la demande d’aide. Il portera sur les 3 piliers du développement durable et permettra d’identifier les thématiques de perfectionnement et les dispositifs d’accompagnement des besoins de formation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700" kern="1200" dirty="0"/>
            <a:t>Pour la </a:t>
          </a:r>
          <a:r>
            <a:rPr lang="fr-FR" sz="1700" b="1" kern="1200" dirty="0"/>
            <a:t>DJA</a:t>
          </a:r>
          <a:r>
            <a:rPr lang="fr-FR" sz="1700" kern="1200" dirty="0"/>
            <a:t>, l’étude d’installation remplace l’autodiagnostic</a:t>
          </a:r>
        </a:p>
      </dsp:txBody>
      <dsp:txXfrm>
        <a:off x="860617" y="921860"/>
        <a:ext cx="3443671" cy="3641324"/>
      </dsp:txXfrm>
    </dsp:sp>
    <dsp:sp modelId="{6AE9E13C-537F-4174-AC6A-214798E6FDA0}">
      <dsp:nvSpPr>
        <dsp:cNvPr id="0" name=""/>
        <dsp:cNvSpPr/>
      </dsp:nvSpPr>
      <dsp:spPr>
        <a:xfrm>
          <a:off x="4216740" y="114561"/>
          <a:ext cx="1175607" cy="910723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5">
                <a:tint val="6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tint val="6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tint val="6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1400" kern="1200"/>
        </a:p>
      </dsp:txBody>
      <dsp:txXfrm>
        <a:off x="4216740" y="296706"/>
        <a:ext cx="902390" cy="546433"/>
      </dsp:txXfrm>
    </dsp:sp>
    <dsp:sp modelId="{FF5BA2E2-DC23-407C-B891-B46A84EFA715}">
      <dsp:nvSpPr>
        <dsp:cNvPr id="0" name=""/>
        <dsp:cNvSpPr/>
      </dsp:nvSpPr>
      <dsp:spPr>
        <a:xfrm>
          <a:off x="5880335" y="325122"/>
          <a:ext cx="3657947" cy="734399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20904" tIns="120904" rIns="120904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700" kern="1200" dirty="0"/>
            <a:t>Etape 2</a:t>
          </a:r>
        </a:p>
      </dsp:txBody>
      <dsp:txXfrm>
        <a:off x="5880335" y="325122"/>
        <a:ext cx="3657947" cy="489600"/>
      </dsp:txXfrm>
    </dsp:sp>
    <dsp:sp modelId="{D4E6B027-3647-4DC0-8C42-07B523029093}">
      <dsp:nvSpPr>
        <dsp:cNvPr id="0" name=""/>
        <dsp:cNvSpPr/>
      </dsp:nvSpPr>
      <dsp:spPr>
        <a:xfrm>
          <a:off x="6629553" y="814722"/>
          <a:ext cx="3657947" cy="385560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20904" tIns="120904" rIns="120904" bIns="120904" numCol="1" spcCol="1270" anchor="t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700" kern="1200" dirty="0"/>
            <a:t>Suivre une </a:t>
          </a:r>
          <a:r>
            <a:rPr lang="fr-FR" sz="1700" b="1" kern="1200" dirty="0"/>
            <a:t>formation éligible </a:t>
          </a:r>
          <a:r>
            <a:rPr lang="fr-FR" sz="1700" kern="1200" dirty="0"/>
            <a:t>(2 jours + un accompagnement individualisé)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fr-FR" sz="1700" kern="1200" dirty="0"/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700" kern="1200" dirty="0"/>
            <a:t>A réaliser à partir du 1</a:t>
          </a:r>
          <a:r>
            <a:rPr lang="fr-FR" sz="1700" kern="1200" baseline="30000" dirty="0"/>
            <a:t>er</a:t>
          </a:r>
          <a:r>
            <a:rPr lang="fr-FR" sz="1700" kern="1200" dirty="0"/>
            <a:t> janvier 2024 et au plus tard pour la paiement du solde de la subvention (2 ans pour le PCAE, 4 ans pour le 2</a:t>
          </a:r>
          <a:r>
            <a:rPr lang="fr-FR" sz="1700" kern="1200" baseline="30000" dirty="0"/>
            <a:t>ème</a:t>
          </a:r>
          <a:r>
            <a:rPr lang="fr-FR" sz="1700" kern="1200" dirty="0"/>
            <a:t> versement de DJA)</a:t>
          </a:r>
        </a:p>
      </dsp:txBody>
      <dsp:txXfrm>
        <a:off x="6736691" y="921860"/>
        <a:ext cx="3443671" cy="364132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0796355-CF3B-46DE-87F1-D43D7D770C93}">
      <dsp:nvSpPr>
        <dsp:cNvPr id="0" name=""/>
        <dsp:cNvSpPr/>
      </dsp:nvSpPr>
      <dsp:spPr>
        <a:xfrm rot="5400000">
          <a:off x="1602688" y="326697"/>
          <a:ext cx="2640173" cy="4393188"/>
        </a:xfrm>
        <a:prstGeom prst="corner">
          <a:avLst>
            <a:gd name="adj1" fmla="val 16120"/>
            <a:gd name="adj2" fmla="val 16110"/>
          </a:avLst>
        </a:prstGeom>
        <a:gradFill rotWithShape="0">
          <a:gsLst>
            <a:gs pos="0">
              <a:schemeClr val="accent1">
                <a:shade val="5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shade val="5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shade val="5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1">
              <a:shade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C6BE4115-3DFF-4DAF-8F3D-5D5B98529196}">
      <dsp:nvSpPr>
        <dsp:cNvPr id="0" name=""/>
        <dsp:cNvSpPr/>
      </dsp:nvSpPr>
      <dsp:spPr>
        <a:xfrm>
          <a:off x="1161977" y="1639314"/>
          <a:ext cx="3966195" cy="34766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200" kern="1200" dirty="0"/>
            <a:t>Un temps collectif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700" kern="1200" dirty="0"/>
            <a:t>14 h minimum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700" kern="1200"/>
            <a:t>Les thématiques traitées en formation doivent obligatoirement être en lien avec 2 des 3 piliers du développement durable (économique, environnement, social et/ou sociétal)</a:t>
          </a:r>
          <a:endParaRPr lang="fr-FR" sz="1700" kern="1200" dirty="0"/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700" kern="1200" dirty="0"/>
            <a:t>Faire émarger la problématique du stagiaire en lien avec les apports de la formation</a:t>
          </a:r>
        </a:p>
      </dsp:txBody>
      <dsp:txXfrm>
        <a:off x="1161977" y="1639314"/>
        <a:ext cx="3966195" cy="3476602"/>
      </dsp:txXfrm>
    </dsp:sp>
    <dsp:sp modelId="{0ED89019-5A6A-40FB-B1DD-079E580C3608}">
      <dsp:nvSpPr>
        <dsp:cNvPr id="0" name=""/>
        <dsp:cNvSpPr/>
      </dsp:nvSpPr>
      <dsp:spPr>
        <a:xfrm>
          <a:off x="4379834" y="3265"/>
          <a:ext cx="748338" cy="748338"/>
        </a:xfrm>
        <a:prstGeom prst="triangle">
          <a:avLst>
            <a:gd name="adj" fmla="val 100000"/>
          </a:avLst>
        </a:prstGeom>
        <a:gradFill rotWithShape="0">
          <a:gsLst>
            <a:gs pos="0">
              <a:schemeClr val="accent1">
                <a:shade val="50000"/>
                <a:hueOff val="379180"/>
                <a:satOff val="-21035"/>
                <a:lumOff val="3135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shade val="50000"/>
                <a:hueOff val="379180"/>
                <a:satOff val="-21035"/>
                <a:lumOff val="3135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shade val="50000"/>
                <a:hueOff val="379180"/>
                <a:satOff val="-21035"/>
                <a:lumOff val="3135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1">
              <a:shade val="50000"/>
              <a:hueOff val="379180"/>
              <a:satOff val="-21035"/>
              <a:lumOff val="31359"/>
              <a:alphaOff val="0"/>
            </a:schemeClr>
          </a:solidFill>
          <a:prstDash val="solid"/>
          <a:miter lim="800000"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78D1A845-F668-40FB-8495-E93338B8E08C}">
      <dsp:nvSpPr>
        <dsp:cNvPr id="0" name=""/>
        <dsp:cNvSpPr/>
      </dsp:nvSpPr>
      <dsp:spPr>
        <a:xfrm rot="5400000">
          <a:off x="6458086" y="-874775"/>
          <a:ext cx="2640173" cy="4393188"/>
        </a:xfrm>
        <a:prstGeom prst="corner">
          <a:avLst>
            <a:gd name="adj1" fmla="val 16120"/>
            <a:gd name="adj2" fmla="val 16110"/>
          </a:avLst>
        </a:prstGeom>
        <a:gradFill rotWithShape="0">
          <a:gsLst>
            <a:gs pos="0">
              <a:schemeClr val="accent1">
                <a:shade val="50000"/>
                <a:hueOff val="379180"/>
                <a:satOff val="-21035"/>
                <a:lumOff val="3135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shade val="50000"/>
                <a:hueOff val="379180"/>
                <a:satOff val="-21035"/>
                <a:lumOff val="3135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shade val="50000"/>
                <a:hueOff val="379180"/>
                <a:satOff val="-21035"/>
                <a:lumOff val="3135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1">
              <a:shade val="50000"/>
              <a:hueOff val="379180"/>
              <a:satOff val="-21035"/>
              <a:lumOff val="31359"/>
              <a:alphaOff val="0"/>
            </a:schemeClr>
          </a:solidFill>
          <a:prstDash val="solid"/>
          <a:miter lim="800000"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BF5E76F1-2630-4E89-980F-60CE316382B9}">
      <dsp:nvSpPr>
        <dsp:cNvPr id="0" name=""/>
        <dsp:cNvSpPr/>
      </dsp:nvSpPr>
      <dsp:spPr>
        <a:xfrm>
          <a:off x="6017375" y="437841"/>
          <a:ext cx="3966195" cy="34766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200" kern="1200" dirty="0"/>
            <a:t>Un temps individuel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700" kern="1200" dirty="0"/>
            <a:t>Durée : 2h minimum 3h maximum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700" kern="1200"/>
            <a:t>Accompagner le stagiaire dans la résolution de sa problématique (c’est le stagiaire qui est acteur de la résolution de sa problématique)</a:t>
          </a:r>
          <a:endParaRPr lang="fr-FR" sz="1700" kern="1200" dirty="0"/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700" kern="1200" dirty="0"/>
            <a:t>Le protocole d’accompagnement individualisé est le support du rendez-vous</a:t>
          </a:r>
        </a:p>
      </dsp:txBody>
      <dsp:txXfrm>
        <a:off x="6017375" y="437841"/>
        <a:ext cx="3966195" cy="3476602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5EB70A5-13F8-4A5E-A150-A3680D909D68}">
      <dsp:nvSpPr>
        <dsp:cNvPr id="0" name=""/>
        <dsp:cNvSpPr/>
      </dsp:nvSpPr>
      <dsp:spPr>
        <a:xfrm>
          <a:off x="1790688" y="2844498"/>
          <a:ext cx="129873" cy="129873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2310494-859F-4EA1-8EFA-6F60E3D66FCF}">
      <dsp:nvSpPr>
        <dsp:cNvPr id="0" name=""/>
        <dsp:cNvSpPr/>
      </dsp:nvSpPr>
      <dsp:spPr>
        <a:xfrm>
          <a:off x="1676920" y="3026818"/>
          <a:ext cx="129873" cy="129873"/>
        </a:xfrm>
        <a:prstGeom prst="ellipse">
          <a:avLst/>
        </a:prstGeom>
        <a:solidFill>
          <a:schemeClr val="accent5">
            <a:hueOff val="-1148989"/>
            <a:satOff val="-2107"/>
            <a:lumOff val="2789"/>
            <a:alphaOff val="0"/>
          </a:schemeClr>
        </a:solidFill>
        <a:ln w="12700" cap="flat" cmpd="sng" algn="ctr">
          <a:solidFill>
            <a:schemeClr val="accent5">
              <a:hueOff val="-1148989"/>
              <a:satOff val="-2107"/>
              <a:lumOff val="278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6961324-62F1-42B2-851A-0B475D0BF364}">
      <dsp:nvSpPr>
        <dsp:cNvPr id="0" name=""/>
        <dsp:cNvSpPr/>
      </dsp:nvSpPr>
      <dsp:spPr>
        <a:xfrm>
          <a:off x="1541332" y="3184668"/>
          <a:ext cx="129873" cy="129873"/>
        </a:xfrm>
        <a:prstGeom prst="ellipse">
          <a:avLst/>
        </a:prstGeom>
        <a:solidFill>
          <a:schemeClr val="accent5">
            <a:hueOff val="-2297977"/>
            <a:satOff val="-4214"/>
            <a:lumOff val="5577"/>
            <a:alphaOff val="0"/>
          </a:schemeClr>
        </a:solidFill>
        <a:ln w="12700" cap="flat" cmpd="sng" algn="ctr">
          <a:solidFill>
            <a:schemeClr val="accent5">
              <a:hueOff val="-2297977"/>
              <a:satOff val="-4214"/>
              <a:lumOff val="5577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D5BC1E6-7894-4882-84AD-319B74AF9E63}">
      <dsp:nvSpPr>
        <dsp:cNvPr id="0" name=""/>
        <dsp:cNvSpPr/>
      </dsp:nvSpPr>
      <dsp:spPr>
        <a:xfrm>
          <a:off x="1703414" y="1009577"/>
          <a:ext cx="129873" cy="129873"/>
        </a:xfrm>
        <a:prstGeom prst="ellipse">
          <a:avLst/>
        </a:prstGeom>
        <a:solidFill>
          <a:schemeClr val="accent5">
            <a:hueOff val="-3446966"/>
            <a:satOff val="-6322"/>
            <a:lumOff val="8366"/>
            <a:alphaOff val="0"/>
          </a:schemeClr>
        </a:solidFill>
        <a:ln w="12700" cap="flat" cmpd="sng" algn="ctr">
          <a:solidFill>
            <a:schemeClr val="accent5">
              <a:hueOff val="-3446966"/>
              <a:satOff val="-6322"/>
              <a:lumOff val="8366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F641E7F-4629-4097-9607-895668E4DF93}">
      <dsp:nvSpPr>
        <dsp:cNvPr id="0" name=""/>
        <dsp:cNvSpPr/>
      </dsp:nvSpPr>
      <dsp:spPr>
        <a:xfrm>
          <a:off x="1876924" y="906182"/>
          <a:ext cx="129873" cy="129873"/>
        </a:xfrm>
        <a:prstGeom prst="ellipse">
          <a:avLst/>
        </a:prstGeom>
        <a:solidFill>
          <a:schemeClr val="accent5">
            <a:hueOff val="-4595954"/>
            <a:satOff val="-8429"/>
            <a:lumOff val="11155"/>
            <a:alphaOff val="0"/>
          </a:schemeClr>
        </a:solidFill>
        <a:ln w="12700" cap="flat" cmpd="sng" algn="ctr">
          <a:solidFill>
            <a:schemeClr val="accent5">
              <a:hueOff val="-4595954"/>
              <a:satOff val="-8429"/>
              <a:lumOff val="1115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6C4EF72-5D92-481C-B08C-D7F3BAB5C627}">
      <dsp:nvSpPr>
        <dsp:cNvPr id="0" name=""/>
        <dsp:cNvSpPr/>
      </dsp:nvSpPr>
      <dsp:spPr>
        <a:xfrm>
          <a:off x="2049915" y="802787"/>
          <a:ext cx="129873" cy="129873"/>
        </a:xfrm>
        <a:prstGeom prst="ellipse">
          <a:avLst/>
        </a:prstGeom>
        <a:solidFill>
          <a:schemeClr val="accent5">
            <a:hueOff val="-5744943"/>
            <a:satOff val="-10536"/>
            <a:lumOff val="13943"/>
            <a:alphaOff val="0"/>
          </a:schemeClr>
        </a:solidFill>
        <a:ln w="12700" cap="flat" cmpd="sng" algn="ctr">
          <a:solidFill>
            <a:schemeClr val="accent5">
              <a:hueOff val="-5744943"/>
              <a:satOff val="-10536"/>
              <a:lumOff val="13943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BCC54BC-2157-48DF-9769-7CAD8AF790BA}">
      <dsp:nvSpPr>
        <dsp:cNvPr id="0" name=""/>
        <dsp:cNvSpPr/>
      </dsp:nvSpPr>
      <dsp:spPr>
        <a:xfrm>
          <a:off x="2222906" y="906182"/>
          <a:ext cx="129873" cy="129873"/>
        </a:xfrm>
        <a:prstGeom prst="ellipse">
          <a:avLst/>
        </a:prstGeom>
        <a:solidFill>
          <a:schemeClr val="accent5">
            <a:hueOff val="-6893931"/>
            <a:satOff val="-12643"/>
            <a:lumOff val="16732"/>
            <a:alphaOff val="0"/>
          </a:schemeClr>
        </a:solidFill>
        <a:ln w="12700" cap="flat" cmpd="sng" algn="ctr">
          <a:solidFill>
            <a:schemeClr val="accent5">
              <a:hueOff val="-6893931"/>
              <a:satOff val="-12643"/>
              <a:lumOff val="16732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027F028-CD61-430A-87B3-C0B059204B27}">
      <dsp:nvSpPr>
        <dsp:cNvPr id="0" name=""/>
        <dsp:cNvSpPr/>
      </dsp:nvSpPr>
      <dsp:spPr>
        <a:xfrm>
          <a:off x="2396416" y="1009577"/>
          <a:ext cx="129873" cy="129873"/>
        </a:xfrm>
        <a:prstGeom prst="ellipse">
          <a:avLst/>
        </a:prstGeom>
        <a:solidFill>
          <a:schemeClr val="accent5">
            <a:hueOff val="-8042920"/>
            <a:satOff val="-14751"/>
            <a:lumOff val="19521"/>
            <a:alphaOff val="0"/>
          </a:schemeClr>
        </a:solidFill>
        <a:ln w="12700" cap="flat" cmpd="sng" algn="ctr">
          <a:solidFill>
            <a:schemeClr val="accent5">
              <a:hueOff val="-8042920"/>
              <a:satOff val="-14751"/>
              <a:lumOff val="19521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95D4693-8AF8-4891-B5B0-10B7A558373D}">
      <dsp:nvSpPr>
        <dsp:cNvPr id="0" name=""/>
        <dsp:cNvSpPr/>
      </dsp:nvSpPr>
      <dsp:spPr>
        <a:xfrm>
          <a:off x="2049915" y="1020951"/>
          <a:ext cx="129873" cy="129873"/>
        </a:xfrm>
        <a:prstGeom prst="ellipse">
          <a:avLst/>
        </a:prstGeom>
        <a:solidFill>
          <a:schemeClr val="accent5">
            <a:hueOff val="-9191908"/>
            <a:satOff val="-16858"/>
            <a:lumOff val="22309"/>
            <a:alphaOff val="0"/>
          </a:schemeClr>
        </a:solidFill>
        <a:ln w="12700" cap="flat" cmpd="sng" algn="ctr">
          <a:solidFill>
            <a:schemeClr val="accent5">
              <a:hueOff val="-9191908"/>
              <a:satOff val="-16858"/>
              <a:lumOff val="2230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D9E51AE-6AC7-4068-9270-DAEE882F5322}">
      <dsp:nvSpPr>
        <dsp:cNvPr id="0" name=""/>
        <dsp:cNvSpPr/>
      </dsp:nvSpPr>
      <dsp:spPr>
        <a:xfrm>
          <a:off x="2049915" y="1239115"/>
          <a:ext cx="129873" cy="129873"/>
        </a:xfrm>
        <a:prstGeom prst="ellipse">
          <a:avLst/>
        </a:prstGeom>
        <a:solidFill>
          <a:schemeClr val="accent5">
            <a:hueOff val="-10340897"/>
            <a:satOff val="-18965"/>
            <a:lumOff val="25098"/>
            <a:alphaOff val="0"/>
          </a:schemeClr>
        </a:solidFill>
        <a:ln w="12700" cap="flat" cmpd="sng" algn="ctr">
          <a:solidFill>
            <a:schemeClr val="accent5">
              <a:hueOff val="-10340897"/>
              <a:satOff val="-18965"/>
              <a:lumOff val="25098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CAF5F0F-6B3F-4EDD-BC7F-4CD5AD055F29}">
      <dsp:nvSpPr>
        <dsp:cNvPr id="0" name=""/>
        <dsp:cNvSpPr/>
      </dsp:nvSpPr>
      <dsp:spPr>
        <a:xfrm>
          <a:off x="993268" y="3659049"/>
          <a:ext cx="2801100" cy="751338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9290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kern="1200" dirty="0"/>
            <a:t>Formation présentielle (2 jours au moins)</a:t>
          </a:r>
        </a:p>
      </dsp:txBody>
      <dsp:txXfrm>
        <a:off x="1029945" y="3695726"/>
        <a:ext cx="2727746" cy="677984"/>
      </dsp:txXfrm>
    </dsp:sp>
    <dsp:sp modelId="{EDD16038-6571-4296-9BEC-F3882514EFE5}">
      <dsp:nvSpPr>
        <dsp:cNvPr id="0" name=""/>
        <dsp:cNvSpPr/>
      </dsp:nvSpPr>
      <dsp:spPr>
        <a:xfrm>
          <a:off x="216628" y="2922876"/>
          <a:ext cx="1298730" cy="1298643"/>
        </a:xfrm>
        <a:prstGeom prst="ellipse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16000" r="-16000"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C0F094A-3ADD-48C8-88D9-39D82D093E84}">
      <dsp:nvSpPr>
        <dsp:cNvPr id="0" name=""/>
        <dsp:cNvSpPr/>
      </dsp:nvSpPr>
      <dsp:spPr>
        <a:xfrm>
          <a:off x="2177190" y="2189459"/>
          <a:ext cx="2801100" cy="751338"/>
        </a:xfrm>
        <a:prstGeom prst="roundRect">
          <a:avLst/>
        </a:prstGeom>
        <a:solidFill>
          <a:schemeClr val="accent5">
            <a:hueOff val="-10340897"/>
            <a:satOff val="-18965"/>
            <a:lumOff val="2509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9290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kern="1200" dirty="0"/>
            <a:t>Accompagnement individualisé</a:t>
          </a:r>
        </a:p>
      </dsp:txBody>
      <dsp:txXfrm>
        <a:off x="2213867" y="2226136"/>
        <a:ext cx="2727746" cy="677984"/>
      </dsp:txXfrm>
    </dsp:sp>
    <dsp:sp modelId="{EE5BA338-E66B-4AA3-B65B-20217E6BD739}">
      <dsp:nvSpPr>
        <dsp:cNvPr id="0" name=""/>
        <dsp:cNvSpPr/>
      </dsp:nvSpPr>
      <dsp:spPr>
        <a:xfrm>
          <a:off x="1400550" y="1453285"/>
          <a:ext cx="1298730" cy="1298643"/>
        </a:xfrm>
        <a:prstGeom prst="ellipse">
          <a:avLst/>
        </a:prstGeom>
        <a:blipFill>
          <a:blip xmlns:r="http://schemas.openxmlformats.org/officeDocument/2006/relationships"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19000" r="-19000"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3">
  <dgm:title val=""/>
  <dgm:desc val=""/>
  <dgm:catLst>
    <dgm:cat type="process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3" destOrd="0"/>
        <dgm:cxn modelId="12" srcId="1" destId="11" srcOrd="0" destOrd="0"/>
        <dgm:cxn modelId="23" srcId="2" destId="21" srcOrd="0" destOrd="0"/>
        <dgm:cxn modelId="34" srcId="3" destId="31" srcOrd="0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choose name="Name0">
      <dgm:if name="Name1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osite" refType="w"/>
      <dgm:constr type="w" for="ch" ptType="sibTrans" refType="w" refFor="ch" refForName="composite" fact="0.3333"/>
      <dgm:constr type="w" for="des" forName="parTx"/>
      <dgm:constr type="h" for="des" forName="parTx" op="equ"/>
      <dgm:constr type="h" for="des" forName="parSh" op="equ"/>
      <dgm:constr type="w" for="des" forName="desTx"/>
      <dgm:constr type="h" for="des" forName="desTx" op="equ"/>
      <dgm:constr type="w" for="des" forName="parSh"/>
      <dgm:constr type="primFontSz" for="des" forName="parTx" val="65"/>
      <dgm:constr type="secFontSz" for="des" forName="desTx" refType="primFontSz" refFor="des" refForName="parTx" op="equ"/>
      <dgm:constr type="primFontSz" for="des" forName="connTx" refType="primFontSz" refFor="des" refForName="parTx" fact="0.8"/>
      <dgm:constr type="primFontSz" for="des" forName="connTx" refType="primFontSz" refFor="des" refForName="parTx" op="lte" fact="0.8"/>
      <dgm:constr type="h" for="des" forName="parTx" refType="primFontSz" refFor="des" refForName="parTx" fact="0.8"/>
      <dgm:constr type="h" for="des" forName="parSh" refType="primFontSz" refFor="des" refForName="parTx" fact="1.2"/>
      <dgm:constr type="h" for="des" forName="desTx" refType="primFontSz" refFor="des" refForName="parTx" fact="1.6"/>
      <dgm:constr type="h" for="des" forName="parSh" refType="h" refFor="des" refForName="parTx" op="lte" fact="1.5"/>
      <dgm:constr type="h" for="des" forName="parSh" refType="h" refFor="des" refForName="parTx" op="gte" fact="1.5"/>
    </dgm:constrLst>
    <dgm:ruleLst>
      <dgm:rule type="w" for="ch" forName="composite" val="0" fact="NaN" max="NaN"/>
      <dgm:rule type="primFontSz" for="des" forName="parTx" val="5" fact="NaN" max="NaN"/>
    </dgm:ruleLst>
    <dgm:forEach name="Name3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4">
          <dgm:if name="Name5" func="var" arg="dir" op="equ" val="norm">
            <dgm:constrLst>
              <dgm:constr type="h" refType="w" fact="1000"/>
              <dgm:constr type="l" for="ch" forName="parTx"/>
              <dgm:constr type="w" for="ch" forName="parTx" refType="w" fact="0.83"/>
              <dgm:constr type="t" for="ch" forName="parTx"/>
              <dgm:constr type="l" for="ch" forName="parSh"/>
              <dgm:constr type="w" for="ch" forName="parSh" refType="w" refFor="ch" refForName="parTx"/>
              <dgm:constr type="t" for="ch" forName="parSh"/>
              <dgm:constr type="l" for="ch" forName="desTx" refType="w" fact="0.17"/>
              <dgm:constr type="w" for="ch" forName="desTx" refType="w" refFor="ch" refForName="parTx"/>
              <dgm:constr type="t" for="ch" forName="desTx" refType="h" refFor="ch" refForName="parTx"/>
            </dgm:constrLst>
          </dgm:if>
          <dgm:else name="Name6">
            <dgm:constrLst>
              <dgm:constr type="h" refType="w" fact="1000"/>
              <dgm:constr type="l" for="ch" forName="parTx" refType="w" fact="0.17"/>
              <dgm:constr type="w" for="ch" forName="parTx" refType="w" fact="0.83"/>
              <dgm:constr type="t" for="ch" forName="parTx"/>
              <dgm:constr type="l" for="ch" forName="parSh" refType="w" fact="0.15"/>
              <dgm:constr type="w" for="ch" forName="parSh" refType="w" refFor="ch" refForName="parTx"/>
              <dgm:constr type="t" for="ch" forName="parSh"/>
              <dgm:constr type="l" for="ch" forName="desTx"/>
              <dgm:constr type="w" for="ch" forName="desTx" refType="w" refFor="ch" refForName="parTx"/>
              <dgm:constr type="t" for="ch" forName="desTx" refType="h" refFor="ch" refForName="parTx"/>
            </dgm:constrLst>
          </dgm:else>
        </dgm:choose>
        <dgm:ruleLst>
          <dgm:rule type="h" val="INF" fact="NaN" max="NaN"/>
        </dgm:ruleLst>
        <dgm:layoutNode name="parTx">
          <dgm:varLst>
            <dgm:chMax val="0"/>
            <dgm:chPref val="0"/>
            <dgm:bulletEnabled val="1"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 zOrderOff="1" hideGeom="1">
            <dgm:adjLst>
              <dgm:adj idx="1" val="0.1"/>
            </dgm:adjLst>
          </dgm:shape>
          <dgm:presOf axis="self" ptType="node"/>
          <dgm:constrLst>
            <dgm:constr type="h" refType="w" op="lte" fact="0.4"/>
            <dgm:constr type="bMarg" refType="primFontSz" fact="0.3"/>
            <dgm:constr type="h"/>
          </dgm:constrLst>
          <dgm:ruleLst>
            <dgm:rule type="h" val="INF" fact="NaN" max="NaN"/>
          </dgm:ruleLst>
        </dgm:layoutNode>
        <dgm:layoutNode name="parSh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 ptType="node"/>
          <dgm:constrLst>
            <dgm:constr type="h"/>
          </dgm:constrLst>
          <dgm:ruleLst/>
        </dgm:layoutNode>
        <dgm:layoutNode name="desTx" styleLbl="fgAcc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oundRect" r:blip="">
            <dgm:adjLst>
              <dgm:adj idx="1" val="0.1"/>
            </dgm:adjLst>
          </dgm:shape>
          <dgm:presOf axis="des" ptType="node"/>
          <dgm:constrLst>
            <dgm:constr type="secFontSz" val="65"/>
            <dgm:constr type="primFontSz" refType="secFontSz"/>
            <dgm:constr type="h"/>
          </dgm:constrLst>
          <dgm:ruleLst>
            <dgm:rule type="h" val="INF" fact="NaN" max="NaN"/>
          </dgm:ruleLst>
        </dgm:layoutNode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  <dgm:param type="srcNode" val="parTx"/>
            <dgm:param type="dstNode" val="parTx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Tx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9/3/layout/StepUpProcess">
  <dgm:title val=""/>
  <dgm:desc val=""/>
  <dgm:catLst>
    <dgm:cat type="process" pri="13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rootnode">
    <dgm:varLst>
      <dgm:chMax/>
      <dgm:chPref/>
      <dgm:dir/>
      <dgm:animLvl val="lvl"/>
    </dgm:varLst>
    <dgm:choose name="Name0">
      <dgm:if name="Name1" func="var" arg="dir" op="equ" val="norm">
        <dgm:alg type="snake">
          <dgm:param type="grDir" val="bL"/>
          <dgm:param type="flowDir" val="row"/>
          <dgm:param type="off" val="off"/>
          <dgm:param type="bkpt" val="fixed"/>
          <dgm:param type="bkPtFixedVal" val="1"/>
        </dgm:alg>
      </dgm:if>
      <dgm:else name="Name2">
        <dgm:alg type="snake">
          <dgm:param type="grDir" val="bR"/>
          <dgm:param type="flowDir" val="row"/>
          <dgm:param type="off" val="off"/>
          <dgm:param type="bkpt" val="fixed"/>
          <dgm:param type="bkPtFixedVal" val="1"/>
        </dgm:alg>
      </dgm:else>
    </dgm:choose>
    <dgm:shape xmlns:r="http://schemas.openxmlformats.org/officeDocument/2006/relationships" r:blip="">
      <dgm:adjLst/>
    </dgm:shape>
    <dgm:constrLst>
      <dgm:constr type="alignOff" forName="rootnode" val="1"/>
      <dgm:constr type="primFontSz" for="des" ptType="node" op="equ" val="65"/>
      <dgm:constr type="w" for="ch" forName="composite" refType="w"/>
      <dgm:constr type="h" for="ch" forName="composite" refType="h"/>
      <dgm:constr type="sp" refType="h" refFor="ch" refForName="composite" op="equ" fact="-0.765"/>
      <dgm:constr type="w" for="ch" forName="sibTrans" refType="w" fact="0.103"/>
      <dgm:constr type="h" for="ch" forName="sibTrans" refType="h" fact="0.103"/>
    </dgm:constrLst>
    <dgm:forEach name="nodesForEach" axis="ch" ptType="node">
      <dgm:layoutNode name="composite">
        <dgm:alg type="composite">
          <dgm:param type="ar" val="0.861"/>
        </dgm:alg>
        <dgm:shape xmlns:r="http://schemas.openxmlformats.org/officeDocument/2006/relationships" r:blip="">
          <dgm:adjLst/>
        </dgm:shape>
        <dgm:choose name="Name3">
          <dgm:if name="Name4" func="var" arg="dir" op="equ" val="norm">
            <dgm:constrLst>
              <dgm:constr type="l" for="ch" forName="LShape" refType="w" fact="0"/>
              <dgm:constr type="t" for="ch" forName="LShape" refType="h" fact="0.2347"/>
              <dgm:constr type="w" for="ch" forName="LShape" refType="w" fact="0.998"/>
              <dgm:constr type="h" for="ch" forName="LShape" refType="h" fact="0.5164"/>
              <dgm:constr type="r" for="ch" forName="ParentText" refType="w"/>
              <dgm:constr type="t" for="ch" forName="ParentText" refType="h" fact="0.32"/>
              <dgm:constr type="w" for="ch" forName="ParentText" refType="w" fact="0.901"/>
              <dgm:constr type="h" for="ch" forName="ParentText" refType="h" fact="0.68"/>
              <dgm:constr type="l" for="ch" forName="Triangle" refType="w" fact="0.83"/>
              <dgm:constr type="t" for="ch" forName="Triangle" refType="h" fact="0"/>
              <dgm:constr type="w" for="ch" forName="Triangle" refType="w" fact="0.17"/>
              <dgm:constr type="h" for="ch" forName="Triangle" refType="w" refFor="ch" refForName="Triangle"/>
            </dgm:constrLst>
          </dgm:if>
          <dgm:else name="Name5">
            <dgm:constrLst>
              <dgm:constr type="l" for="ch" forName="LShape" refType="w" fact="0.002"/>
              <dgm:constr type="t" for="ch" forName="LShape" refType="h" fact="0.2347"/>
              <dgm:constr type="w" for="ch" forName="LShape" refType="w"/>
              <dgm:constr type="h" for="ch" forName="LShape" refType="h" fact="0.5164"/>
              <dgm:constr type="l" for="ch" forName="ParentText" refType="w" fact="0"/>
              <dgm:constr type="t" for="ch" forName="ParentText" refType="h" fact="0.32"/>
              <dgm:constr type="w" for="ch" forName="ParentText" refType="w" fact="0.902"/>
              <dgm:constr type="h" for="ch" forName="ParentText" refType="h" fact="0.68"/>
              <dgm:constr type="l" for="ch" forName="Triangle" refType="w" fact="0"/>
              <dgm:constr type="t" for="ch" forName="Triangle" refType="h" fact="0"/>
              <dgm:constr type="w" for="ch" forName="Triangle" refType="w" fact="0.17"/>
              <dgm:constr type="h" for="ch" forName="Triangle" refType="w" refFor="ch" refForName="Triangle"/>
            </dgm:constrLst>
          </dgm:else>
        </dgm:choose>
        <dgm:layoutNode name="LShape" styleLbl="alignNode1">
          <dgm:alg type="sp"/>
          <dgm:choose name="Name6">
            <dgm:if name="Name7" func="var" arg="dir" op="equ" val="norm">
              <dgm:shape xmlns:r="http://schemas.openxmlformats.org/officeDocument/2006/relationships" rot="90" type="corner" r:blip="">
                <dgm:adjLst>
                  <dgm:adj idx="1" val="0.1612"/>
                  <dgm:adj idx="2" val="0.1611"/>
                </dgm:adjLst>
              </dgm:shape>
            </dgm:if>
            <dgm:else name="Name8">
              <dgm:shape xmlns:r="http://schemas.openxmlformats.org/officeDocument/2006/relationships" rot="180" type="corner" r:blip="">
                <dgm:adjLst>
                  <dgm:adj idx="1" val="0.1612"/>
                  <dgm:adj idx="2" val="0.1611"/>
                </dgm:adjLst>
              </dgm:shape>
            </dgm:else>
          </dgm:choose>
          <dgm:presOf/>
        </dgm:layoutNode>
        <dgm:layoutNode name="ParentText" styleLbl="revTx">
          <dgm:varLst>
            <dgm:chMax val="0"/>
            <dgm:chPref val="0"/>
            <dgm:bulletEnabled val="1"/>
          </dgm:varLst>
          <dgm:alg type="tx">
            <dgm:param type="parTxLTRAlign" val="l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choose name="Name9">
          <dgm:if name="Name10" axis="followSib" ptType="node" func="cnt" op="gte" val="1">
            <dgm:layoutNode name="Triangle" styleLbl="alignNode1">
              <dgm:alg type="sp"/>
              <dgm:choose name="Name11">
                <dgm:if name="Name12" func="var" arg="dir" op="equ" val="norm">
                  <dgm:shape xmlns:r="http://schemas.openxmlformats.org/officeDocument/2006/relationships" type="triangle" r:blip="">
                    <dgm:adjLst>
                      <dgm:adj idx="1" val="1"/>
                    </dgm:adjLst>
                  </dgm:shape>
                </dgm:if>
                <dgm:else name="Name13">
                  <dgm:shape xmlns:r="http://schemas.openxmlformats.org/officeDocument/2006/relationships" rot="90" type="triangle" r:blip="">
                    <dgm:adjLst>
                      <dgm:adj idx="1" val="1"/>
                    </dgm:adjLst>
                  </dgm:shape>
                </dgm:else>
              </dgm:choose>
              <dgm:presOf/>
            </dgm:layoutNode>
          </dgm:if>
          <dgm:else name="Name14"/>
        </dgm:choose>
      </dgm:layoutNode>
      <dgm:forEach name="sibTransForEach" axis="followSib" ptType="sibTrans" cnt="1">
        <dgm:layoutNode name="sibTrans">
          <dgm:alg type="composite">
            <dgm:param type="ar" val="0.861"/>
          </dgm:alg>
          <dgm:constrLst>
            <dgm:constr type="w" for="ch" forName="space" refType="w"/>
            <dgm:constr type="h" for="ch" forName="space" refType="w"/>
          </dgm:constrLst>
          <dgm:layoutNode name="space" styleLbl="alignNode1">
            <dgm:alg type="sp"/>
            <dgm:shape xmlns:r="http://schemas.openxmlformats.org/officeDocument/2006/relationships" r:blip="">
              <dgm:adjLst/>
            </dgm:shape>
            <dgm:presOf/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8/layout/AscendingPictureAccentProcess">
  <dgm:title val=""/>
  <dgm:desc val=""/>
  <dgm:catLst>
    <dgm:cat type="process" pri="22500"/>
    <dgm:cat type="picture" pri="16000"/>
    <dgm:cat type="pictureconvert" pri="16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shape xmlns:r="http://schemas.openxmlformats.org/officeDocument/2006/relationships" r:blip="">
      <dgm:adjLst/>
    </dgm:shape>
    <dgm:choose name="Name1">
      <dgm:if name="Name2" axis="ch" ptType="node" func="cnt" op="equ" val="1">
        <dgm:choose name="Name3">
          <dgm:if name="Name4" func="var" arg="dir" op="equ" val="norm">
            <dgm:choose name="Name5">
              <dgm:if name="Name6" axis="des" func="maxDepth" op="gt" val="1">
                <dgm:alg type="composite">
                  <dgm:param type="ar" val="2.7"/>
                </dgm:alg>
                <dgm:constrLst>
                  <dgm:constr type="primFontSz" for="ch" forName="parTx1" op="equ" val="65"/>
                  <dgm:constr type="primFontSz" for="ch" forName="desTx1" op="equ" val="65"/>
                  <dgm:constr type="userD" refType="w" fact="0.0247"/>
                  <dgm:constr type="l" for="ch" forName="parTx1" refType="w" fact="0.2711"/>
                  <dgm:constr type="t" for="ch" forName="parTx1" refType="h" fact="0.9603"/>
                  <dgm:constr type="w" for="ch" forName="parTx1" refType="w" fact="0.5325"/>
                  <dgm:constr type="h" for="ch" forName="parTx1" refType="h" fact="0.3856"/>
                  <dgm:constr type="ctrX" for="ch" forName="picture1" refType="w" fact="0.2469"/>
                  <dgm:constr type="ctrY" for="ch" forName="picture1" refType="h" fact="0.9"/>
                  <dgm:constr type="w" for="ch" forName="picture1" refType="w" fact="0.2469"/>
                  <dgm:constr type="h" for="ch" forName="picture1" refType="h" fact="0.6667"/>
                  <dgm:constr type="l" for="ch" forName="desTx1" refType="r" refFor="ch" refForName="parTx1"/>
                  <dgm:constr type="r" for="ch" forName="desTx1" refType="w"/>
                  <dgm:constr type="t" for="ch" forName="desTx1" refType="t" refFor="ch" refForName="parTx1"/>
                  <dgm:constr type="h" for="ch" forName="desTx1" refType="h" refFor="ch" refForName="parTx1"/>
                </dgm:constrLst>
              </dgm:if>
              <dgm:else name="Name7">
                <dgm:alg type="composite">
                  <dgm:param type="ar" val="2"/>
                </dgm:alg>
                <dgm:constrLst>
                  <dgm:constr type="primFontSz" for="ch" forName="parTx1" op="equ" val="65"/>
                  <dgm:constr type="userD" refType="w" fact="0.0333"/>
                  <dgm:constr type="l" for="ch" forName="parTx1" refType="w" fact="0.366"/>
                  <dgm:constr type="t" for="ch" forName="parTx1" refType="h" fact="0.7113"/>
                  <dgm:constr type="w" for="ch" forName="parTx1" refType="w" fact="0.7189"/>
                  <dgm:constr type="h" for="ch" forName="parTx1" refType="h" fact="0.3856"/>
                  <dgm:constr type="ctrX" for="ch" forName="picture1" refType="w" fact="0.3333"/>
                  <dgm:constr type="ctrY" for="ch" forName="picture1" refType="h" fact="0.6667"/>
                  <dgm:constr type="w" for="ch" forName="picture1" refType="w" fact="0.3333"/>
                  <dgm:constr type="h" for="ch" forName="picture1" refType="h" fact="0.6667"/>
                </dgm:constrLst>
              </dgm:else>
            </dgm:choose>
          </dgm:if>
          <dgm:else name="Name8">
            <dgm:choose name="Name9">
              <dgm:if name="Name10" axis="des" func="maxDepth" op="gt" val="1">
                <dgm:alg type="composite">
                  <dgm:param type="ar" val="2.7"/>
                </dgm:alg>
                <dgm:constrLst>
                  <dgm:constr type="primFontSz" for="ch" forName="parTx1" op="equ" val="65"/>
                  <dgm:constr type="primFontSz" for="ch" forName="desTx1" op="equ" val="65"/>
                  <dgm:constr type="userD" refType="w" fact="0.0247"/>
                  <dgm:constr type="r" for="ch" forName="parTx1" refType="w" fact="0.7289"/>
                  <dgm:constr type="t" for="ch" forName="parTx1" refType="h" fact="0.9603"/>
                  <dgm:constr type="w" for="ch" forName="parTx1" refType="w" fact="0.5325"/>
                  <dgm:constr type="h" for="ch" forName="parTx1" refType="h" fact="0.3856"/>
                  <dgm:constr type="ctrX" for="ch" forName="picture1" refType="w" fact="0.7531"/>
                  <dgm:constr type="ctrY" for="ch" forName="picture1" refType="h" fact="0.9"/>
                  <dgm:constr type="w" for="ch" forName="picture1" refType="w" fact="0.2469"/>
                  <dgm:constr type="h" for="ch" forName="picture1" refType="h" fact="0.6667"/>
                  <dgm:constr type="r" for="ch" forName="desTx1" refType="l" refFor="ch" refForName="parTx1"/>
                  <dgm:constr type="l" for="ch" forName="desTx1"/>
                  <dgm:constr type="t" for="ch" forName="desTx1" refType="t" refFor="ch" refForName="parTx1"/>
                  <dgm:constr type="h" for="ch" forName="desTx1" refType="h" refFor="ch" refForName="parTx1"/>
                </dgm:constrLst>
              </dgm:if>
              <dgm:else name="Name11">
                <dgm:alg type="composite">
                  <dgm:param type="ar" val="2"/>
                </dgm:alg>
                <dgm:constrLst>
                  <dgm:constr type="primFontSz" for="ch" forName="parTx1" op="equ" val="65"/>
                  <dgm:constr type="userD" refType="w" fact="0.0333"/>
                  <dgm:constr type="r" for="ch" forName="parTx1" refType="w" fact="0.634"/>
                  <dgm:constr type="t" for="ch" forName="parTx1" refType="h" fact="0.7113"/>
                  <dgm:constr type="w" for="ch" forName="parTx1" refType="w" fact="0.7189"/>
                  <dgm:constr type="h" for="ch" forName="parTx1" refType="h" fact="0.3856"/>
                  <dgm:constr type="ctrX" for="ch" forName="picture1" refType="w" fact="0.6667"/>
                  <dgm:constr type="ctrY" for="ch" forName="picture1" refType="h" fact="0.6667"/>
                  <dgm:constr type="w" for="ch" forName="picture1" refType="w" fact="0.3333"/>
                  <dgm:constr type="h" for="ch" forName="picture1" refType="h" fact="0.6667"/>
                </dgm:constrLst>
              </dgm:else>
            </dgm:choose>
          </dgm:else>
        </dgm:choose>
      </dgm:if>
      <dgm:if name="Name12" axis="ch" ptType="node" func="cnt" op="equ" val="2">
        <dgm:choose name="Name13">
          <dgm:if name="Name14" func="var" arg="dir" op="equ" val="norm">
            <dgm:choose name="Name15">
              <dgm:if name="Name16" axis="des" func="maxDepth" op="gt" val="1">
                <dgm:alg type="composite">
                  <dgm:param type="ar" val="2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primFontSz" for="ch" forName="desTx1" op="equ" val="65"/>
                  <dgm:constr type="primFontSz" for="ch" forName="desTx2" refType="primFontSz" refFor="ch" refForName="desTx1" op="equ"/>
                  <dgm:constr type="userD" refType="w" fact="0.0188"/>
                  <dgm:constr type="ctrX" for="ch" forName="dot1" refType="w" fact="0.3221"/>
                  <dgm:constr type="ctrY" for="ch" forName="dot1" refType="h" fact="0.5911"/>
                  <dgm:constr type="w" for="ch" forName="dot1" refType="userD"/>
                  <dgm:constr type="h" for="ch" forName="dot1" refType="userD"/>
                  <dgm:constr type="ctrX" for="ch" forName="dot2" refType="w" fact="0.3056"/>
                  <dgm:constr type="ctrY" for="ch" forName="dot2" refType="h" fact="0.644"/>
                  <dgm:constr type="w" for="ch" forName="dot2" refType="userD"/>
                  <dgm:constr type="h" for="ch" forName="dot2" refType="userD"/>
                  <dgm:constr type="ctrX" for="ch" forName="dot3" refType="w" fact="0.2859"/>
                  <dgm:constr type="ctrY" for="ch" forName="dot3" refType="h" fact="0.6898"/>
                  <dgm:constr type="w" for="ch" forName="dot3" refType="userD"/>
                  <dgm:constr type="h" for="ch" forName="dot3" refType="userD"/>
                  <dgm:constr type="ctrX" for="ch" forName="dotArrow1" refType="w" fact="0.3095"/>
                  <dgm:constr type="ctrY" for="ch" forName="dotArrow1" refType="h" fact="0.0587"/>
                  <dgm:constr type="w" for="ch" forName="dotArrow1" refType="userD"/>
                  <dgm:constr type="h" for="ch" forName="dotArrow1" refType="userD"/>
                  <dgm:constr type="ctrX" for="ch" forName="dotArrow2" refType="w" fact="0.3346"/>
                  <dgm:constr type="ctrY" for="ch" forName="dotArrow2" refType="h" fact="0.0287"/>
                  <dgm:constr type="w" for="ch" forName="dotArrow2" refType="userD"/>
                  <dgm:constr type="h" for="ch" forName="dotArrow2" refType="userD"/>
                  <dgm:constr type="ctrX" for="ch" forName="dotArrow3" refType="w" fact="0.3597"/>
                  <dgm:constr type="ctrY" for="ch" forName="dotArrow3" refType="h" fact="-0.0013"/>
                  <dgm:constr type="w" for="ch" forName="dotArrow3" refType="userD"/>
                  <dgm:constr type="h" for="ch" forName="dotArrow3" refType="userD"/>
                  <dgm:constr type="ctrX" for="ch" forName="dotArrow4" refType="w" fact="0.3848"/>
                  <dgm:constr type="ctrY" for="ch" forName="dotArrow4" refType="h" fact="0.0287"/>
                  <dgm:constr type="w" for="ch" forName="dotArrow4" refType="userD"/>
                  <dgm:constr type="h" for="ch" forName="dotArrow4" refType="userD"/>
                  <dgm:constr type="ctrX" for="ch" forName="dotArrow5" refType="w" fact="0.41"/>
                  <dgm:constr type="ctrY" for="ch" forName="dotArrow5" refType="h" fact="0.0587"/>
                  <dgm:constr type="w" for="ch" forName="dotArrow5" refType="userD"/>
                  <dgm:constr type="h" for="ch" forName="dotArrow5" refType="userD"/>
                  <dgm:constr type="ctrX" for="ch" forName="dotArrow6" refType="w" fact="0.3597"/>
                  <dgm:constr type="ctrY" for="ch" forName="dotArrow6" refType="h" fact="0.062"/>
                  <dgm:constr type="w" for="ch" forName="dotArrow6" refType="userD"/>
                  <dgm:constr type="h" for="ch" forName="dotArrow6" refType="userD"/>
                  <dgm:constr type="ctrX" for="ch" forName="dotArrow7" refType="w" fact="0.3597"/>
                  <dgm:constr type="ctrY" for="ch" forName="dotArrow7" refType="h" fact="0.1253"/>
                  <dgm:constr type="w" for="ch" forName="dotArrow7" refType="userD"/>
                  <dgm:constr type="h" for="ch" forName="dotArrow7" refType="userD"/>
                  <dgm:constr type="l" for="ch" forName="parTx1" refType="w" fact="0.197"/>
                  <dgm:constr type="t" for="ch" forName="parTx1" refType="h" fact="0.8169"/>
                  <dgm:constr type="w" for="ch" forName="parTx1" refType="w" fact="0.4064"/>
                  <dgm:constr type="h" for="ch" forName="parTx1" refType="h" fact="0.218"/>
                  <dgm:constr type="ctrX" for="ch" forName="picture1" refType="w" fact="0.1785"/>
                  <dgm:constr type="ctrY" for="ch" forName="picture1" refType="h" fact="0.7834"/>
                  <dgm:constr type="w" for="ch" forName="picture1" refType="w" fact="0.1884"/>
                  <dgm:constr type="h" for="ch" forName="picture1" refType="h" fact="0.3768"/>
                  <dgm:constr type="l" for="ch" forName="desTx1" refType="r" refFor="ch" refForName="parTx1"/>
                  <dgm:constr type="r" for="ch" forName="desTx1" refType="w"/>
                  <dgm:constr type="t" for="ch" forName="desTx1" refType="t" refFor="ch" refForName="parTx1"/>
                  <dgm:constr type="h" for="ch" forName="desTx1" refType="h" refFor="ch" refForName="parTx1"/>
                  <dgm:constr type="l" for="ch" forName="parTx2" refType="w" fact="0.3688"/>
                  <dgm:constr type="t" for="ch" forName="parTx2" refType="h" fact="0.3905"/>
                  <dgm:constr type="w" for="ch" forName="parTx2" refType="w" fact="0.4064"/>
                  <dgm:constr type="h" for="ch" forName="parTx2" refType="h" fact="0.218"/>
                  <dgm:constr type="ctrX" for="ch" forName="picture2" refType="w" fact="0.3503"/>
                  <dgm:constr type="ctrY" for="ch" forName="picture2" refType="h" fact="0.357"/>
                  <dgm:constr type="w" for="ch" forName="picture2" refType="w" fact="0.1884"/>
                  <dgm:constr type="h" for="ch" forName="picture2" refType="h" fact="0.3768"/>
                  <dgm:constr type="l" for="ch" forName="desTx2" refType="r" refFor="ch" refForName="parTx2"/>
                  <dgm:constr type="r" for="ch" forName="desTx2" refType="w"/>
                  <dgm:constr type="t" for="ch" forName="desTx2" refType="t" refFor="ch" refForName="parTx2"/>
                  <dgm:constr type="h" for="ch" forName="desTx2" refType="h" refFor="ch" refForName="parTx2"/>
                </dgm:constrLst>
              </dgm:if>
              <dgm:else name="Name17">
                <dgm:alg type="composite">
                  <dgm:param type="ar" val="1.5073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userD" refType="w" fact="0.025"/>
                  <dgm:constr type="ctrX" for="ch" forName="dot1" refType="w" fact="0.4274"/>
                  <dgm:constr type="ctrY" for="ch" forName="dot1" refType="h" fact="0.5911"/>
                  <dgm:constr type="w" for="ch" forName="dot1" refType="userD"/>
                  <dgm:constr type="h" for="ch" forName="dot1" refType="userD"/>
                  <dgm:constr type="ctrX" for="ch" forName="dot2" refType="w" fact="0.4055"/>
                  <dgm:constr type="ctrY" for="ch" forName="dot2" refType="h" fact="0.644"/>
                  <dgm:constr type="w" for="ch" forName="dot2" refType="userD"/>
                  <dgm:constr type="h" for="ch" forName="dot2" refType="userD"/>
                  <dgm:constr type="ctrX" for="ch" forName="dot3" refType="w" fact="0.3794"/>
                  <dgm:constr type="ctrY" for="ch" forName="dot3" refType="h" fact="0.6898"/>
                  <dgm:constr type="w" for="ch" forName="dot3" refType="userD"/>
                  <dgm:constr type="h" for="ch" forName="dot3" refType="userD"/>
                  <dgm:constr type="ctrX" for="ch" forName="dotArrow1" refType="w" fact="0.4106"/>
                  <dgm:constr type="ctrY" for="ch" forName="dotArrow1" refType="h" fact="0.0587"/>
                  <dgm:constr type="w" for="ch" forName="dotArrow1" refType="userD"/>
                  <dgm:constr type="h" for="ch" forName="dotArrow1" refType="userD"/>
                  <dgm:constr type="ctrX" for="ch" forName="dotArrow2" refType="w" fact="0.444"/>
                  <dgm:constr type="ctrY" for="ch" forName="dotArrow2" refType="h" fact="0.0287"/>
                  <dgm:constr type="w" for="ch" forName="dotArrow2" refType="userD"/>
                  <dgm:constr type="h" for="ch" forName="dotArrow2" refType="userD"/>
                  <dgm:constr type="ctrX" for="ch" forName="dotArrow3" refType="w" fact="0.4773"/>
                  <dgm:constr type="ctrY" for="ch" forName="dotArrow3" refType="h" fact="-0.0013"/>
                  <dgm:constr type="w" for="ch" forName="dotArrow3" refType="userD"/>
                  <dgm:constr type="h" for="ch" forName="dotArrow3" refType="userD"/>
                  <dgm:constr type="ctrX" for="ch" forName="dotArrow4" refType="w" fact="0.5106"/>
                  <dgm:constr type="ctrY" for="ch" forName="dotArrow4" refType="h" fact="0.0287"/>
                  <dgm:constr type="w" for="ch" forName="dotArrow4" refType="userD"/>
                  <dgm:constr type="h" for="ch" forName="dotArrow4" refType="userD"/>
                  <dgm:constr type="ctrX" for="ch" forName="dotArrow5" refType="w" fact="0.544"/>
                  <dgm:constr type="ctrY" for="ch" forName="dotArrow5" refType="h" fact="0.0587"/>
                  <dgm:constr type="w" for="ch" forName="dotArrow5" refType="userD"/>
                  <dgm:constr type="h" for="ch" forName="dotArrow5" refType="userD"/>
                  <dgm:constr type="ctrX" for="ch" forName="dotArrow6" refType="w" fact="0.4773"/>
                  <dgm:constr type="ctrY" for="ch" forName="dotArrow6" refType="h" fact="0.062"/>
                  <dgm:constr type="w" for="ch" forName="dotArrow6" refType="userD"/>
                  <dgm:constr type="h" for="ch" forName="dotArrow6" refType="userD"/>
                  <dgm:constr type="ctrX" for="ch" forName="dotArrow7" refType="w" fact="0.4773"/>
                  <dgm:constr type="ctrY" for="ch" forName="dotArrow7" refType="h" fact="0.1253"/>
                  <dgm:constr type="w" for="ch" forName="dotArrow7" refType="userD"/>
                  <dgm:constr type="h" for="ch" forName="dotArrow7" refType="userD"/>
                  <dgm:constr type="l" for="ch" forName="parTx1" refType="w" fact="0.2614"/>
                  <dgm:constr type="t" for="ch" forName="parTx1" refType="h" fact="0.8086"/>
                  <dgm:constr type="w" for="ch" forName="parTx1" refType="w" fact="0.5392"/>
                  <dgm:constr type="h" for="ch" forName="parTx1" refType="h" fact="0.218"/>
                  <dgm:constr type="ctrX" for="ch" forName="picture1" refType="w" fact="0.2369"/>
                  <dgm:constr type="ctrY" for="ch" forName="picture1" refType="h" fact="0.7834"/>
                  <dgm:constr type="w" for="ch" forName="picture1" refType="w" fact="0.25"/>
                  <dgm:constr type="h" for="ch" forName="picture1" refType="h" fact="0.3768"/>
                  <dgm:constr type="l" for="ch" forName="parTx2" refType="w" fact="0.4893"/>
                  <dgm:constr type="t" for="ch" forName="parTx2" refType="h" fact="0.3822"/>
                  <dgm:constr type="w" for="ch" forName="parTx2" refType="w" fact="0.5392"/>
                  <dgm:constr type="h" for="ch" forName="parTx2" refType="h" fact="0.218"/>
                  <dgm:constr type="ctrX" for="ch" forName="picture2" refType="w" fact="0.4648"/>
                  <dgm:constr type="ctrY" for="ch" forName="picture2" refType="h" fact="0.357"/>
                  <dgm:constr type="w" for="ch" forName="picture2" refType="w" fact="0.25"/>
                  <dgm:constr type="h" for="ch" forName="picture2" refType="h" fact="0.3768"/>
                </dgm:constrLst>
              </dgm:else>
            </dgm:choose>
          </dgm:if>
          <dgm:else name="Name18">
            <dgm:choose name="Name19">
              <dgm:if name="Name20" axis="des" func="maxDepth" op="gt" val="1">
                <dgm:alg type="composite">
                  <dgm:param type="ar" val="2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primFontSz" for="ch" forName="desTx1" op="equ" val="65"/>
                  <dgm:constr type="primFontSz" for="ch" forName="desTx2" refType="primFontSz" refFor="ch" refForName="desTx1" op="equ"/>
                  <dgm:constr type="userD" refType="w" fact="0.0188"/>
                  <dgm:constr type="ctrX" for="ch" forName="dot1" refType="w" fact="0.6779"/>
                  <dgm:constr type="ctrY" for="ch" forName="dot1" refType="h" fact="0.5911"/>
                  <dgm:constr type="w" for="ch" forName="dot1" refType="userD"/>
                  <dgm:constr type="h" for="ch" forName="dot1" refType="userD"/>
                  <dgm:constr type="ctrX" for="ch" forName="dot2" refType="w" fact="0.6944"/>
                  <dgm:constr type="ctrY" for="ch" forName="dot2" refType="h" fact="0.644"/>
                  <dgm:constr type="w" for="ch" forName="dot2" refType="userD"/>
                  <dgm:constr type="h" for="ch" forName="dot2" refType="userD"/>
                  <dgm:constr type="ctrX" for="ch" forName="dot3" refType="w" fact="0.7141"/>
                  <dgm:constr type="ctrY" for="ch" forName="dot3" refType="h" fact="0.6898"/>
                  <dgm:constr type="w" for="ch" forName="dot3" refType="userD"/>
                  <dgm:constr type="h" for="ch" forName="dot3" refType="userD"/>
                  <dgm:constr type="ctrX" for="ch" forName="dotArrow1" refType="w" fact="0.6905"/>
                  <dgm:constr type="ctrY" for="ch" forName="dotArrow1" refType="h" fact="0.0587"/>
                  <dgm:constr type="w" for="ch" forName="dotArrow1" refType="userD"/>
                  <dgm:constr type="h" for="ch" forName="dotArrow1" refType="userD"/>
                  <dgm:constr type="ctrX" for="ch" forName="dotArrow2" refType="w" fact="0.6654"/>
                  <dgm:constr type="ctrY" for="ch" forName="dotArrow2" refType="h" fact="0.0287"/>
                  <dgm:constr type="w" for="ch" forName="dotArrow2" refType="userD"/>
                  <dgm:constr type="h" for="ch" forName="dotArrow2" refType="userD"/>
                  <dgm:constr type="ctrX" for="ch" forName="dotArrow3" refType="w" fact="0.6403"/>
                  <dgm:constr type="ctrY" for="ch" forName="dotArrow3" refType="h" fact="-0.0013"/>
                  <dgm:constr type="w" for="ch" forName="dotArrow3" refType="userD"/>
                  <dgm:constr type="h" for="ch" forName="dotArrow3" refType="userD"/>
                  <dgm:constr type="ctrX" for="ch" forName="dotArrow4" refType="w" fact="0.6152"/>
                  <dgm:constr type="ctrY" for="ch" forName="dotArrow4" refType="h" fact="0.0287"/>
                  <dgm:constr type="w" for="ch" forName="dotArrow4" refType="userD"/>
                  <dgm:constr type="h" for="ch" forName="dotArrow4" refType="userD"/>
                  <dgm:constr type="ctrX" for="ch" forName="dotArrow5" refType="w" fact="0.59"/>
                  <dgm:constr type="ctrY" for="ch" forName="dotArrow5" refType="h" fact="0.0587"/>
                  <dgm:constr type="w" for="ch" forName="dotArrow5" refType="userD"/>
                  <dgm:constr type="h" for="ch" forName="dotArrow5" refType="userD"/>
                  <dgm:constr type="ctrX" for="ch" forName="dotArrow6" refType="w" fact="0.6403"/>
                  <dgm:constr type="ctrY" for="ch" forName="dotArrow6" refType="h" fact="0.062"/>
                  <dgm:constr type="w" for="ch" forName="dotArrow6" refType="userD"/>
                  <dgm:constr type="h" for="ch" forName="dotArrow6" refType="userD"/>
                  <dgm:constr type="ctrX" for="ch" forName="dotArrow7" refType="w" fact="0.6403"/>
                  <dgm:constr type="ctrY" for="ch" forName="dotArrow7" refType="h" fact="0.1253"/>
                  <dgm:constr type="w" for="ch" forName="dotArrow7" refType="userD"/>
                  <dgm:constr type="h" for="ch" forName="dotArrow7" refType="userD"/>
                  <dgm:constr type="r" for="ch" forName="parTx1" refType="w" fact="0.803"/>
                  <dgm:constr type="t" for="ch" forName="parTx1" refType="h" fact="0.8169"/>
                  <dgm:constr type="w" for="ch" forName="parTx1" refType="w" fact="0.4064"/>
                  <dgm:constr type="h" for="ch" forName="parTx1" refType="h" fact="0.218"/>
                  <dgm:constr type="ctrX" for="ch" forName="picture1" refType="w" fact="0.8215"/>
                  <dgm:constr type="ctrY" for="ch" forName="picture1" refType="h" fact="0.7834"/>
                  <dgm:constr type="w" for="ch" forName="picture1" refType="w" fact="0.1884"/>
                  <dgm:constr type="h" for="ch" forName="picture1" refType="h" fact="0.3768"/>
                  <dgm:constr type="r" for="ch" forName="desTx1" refType="l" refFor="ch" refForName="parTx1"/>
                  <dgm:constr type="l" for="ch" forName="desTx1"/>
                  <dgm:constr type="t" for="ch" forName="desTx1" refType="t" refFor="ch" refForName="parTx1"/>
                  <dgm:constr type="h" for="ch" forName="desTx1" refType="h" refFor="ch" refForName="parTx1"/>
                  <dgm:constr type="r" for="ch" forName="parTx2" refType="w" fact="0.6312"/>
                  <dgm:constr type="t" for="ch" forName="parTx2" refType="h" fact="0.3905"/>
                  <dgm:constr type="w" for="ch" forName="parTx2" refType="w" fact="0.4064"/>
                  <dgm:constr type="h" for="ch" forName="parTx2" refType="h" fact="0.218"/>
                  <dgm:constr type="ctrX" for="ch" forName="picture2" refType="w" fact="0.6497"/>
                  <dgm:constr type="ctrY" for="ch" forName="picture2" refType="h" fact="0.357"/>
                  <dgm:constr type="w" for="ch" forName="picture2" refType="w" fact="0.1884"/>
                  <dgm:constr type="h" for="ch" forName="picture2" refType="h" fact="0.3768"/>
                  <dgm:constr type="r" for="ch" forName="desTx2" refType="l" refFor="ch" refForName="parTx2"/>
                  <dgm:constr type="l" for="ch" forName="desTx2"/>
                  <dgm:constr type="t" for="ch" forName="desTx2" refType="t" refFor="ch" refForName="parTx2"/>
                  <dgm:constr type="h" for="ch" forName="desTx2" refType="h" refFor="ch" refForName="parTx2"/>
                </dgm:constrLst>
              </dgm:if>
              <dgm:else name="Name21">
                <dgm:alg type="composite">
                  <dgm:param type="ar" val="1.5073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userD" refType="w" fact="0.025"/>
                  <dgm:constr type="ctrX" for="ch" forName="dot1" refType="w" fact="0.5726"/>
                  <dgm:constr type="ctrY" for="ch" forName="dot1" refType="h" fact="0.5911"/>
                  <dgm:constr type="w" for="ch" forName="dot1" refType="userD"/>
                  <dgm:constr type="h" for="ch" forName="dot1" refType="userD"/>
                  <dgm:constr type="ctrX" for="ch" forName="dot2" refType="w" fact="0.5945"/>
                  <dgm:constr type="ctrY" for="ch" forName="dot2" refType="h" fact="0.644"/>
                  <dgm:constr type="w" for="ch" forName="dot2" refType="userD"/>
                  <dgm:constr type="h" for="ch" forName="dot2" refType="userD"/>
                  <dgm:constr type="ctrX" for="ch" forName="dot3" refType="w" fact="0.6206"/>
                  <dgm:constr type="ctrY" for="ch" forName="dot3" refType="h" fact="0.6898"/>
                  <dgm:constr type="w" for="ch" forName="dot3" refType="userD"/>
                  <dgm:constr type="h" for="ch" forName="dot3" refType="userD"/>
                  <dgm:constr type="ctrX" for="ch" forName="dotArrow1" refType="w" fact="0.5894"/>
                  <dgm:constr type="ctrY" for="ch" forName="dotArrow1" refType="h" fact="0.0587"/>
                  <dgm:constr type="w" for="ch" forName="dotArrow1" refType="userD"/>
                  <dgm:constr type="h" for="ch" forName="dotArrow1" refType="userD"/>
                  <dgm:constr type="ctrX" for="ch" forName="dotArrow2" refType="w" fact="0.556"/>
                  <dgm:constr type="ctrY" for="ch" forName="dotArrow2" refType="h" fact="0.0287"/>
                  <dgm:constr type="w" for="ch" forName="dotArrow2" refType="userD"/>
                  <dgm:constr type="h" for="ch" forName="dotArrow2" refType="userD"/>
                  <dgm:constr type="ctrX" for="ch" forName="dotArrow3" refType="w" fact="0.5227"/>
                  <dgm:constr type="ctrY" for="ch" forName="dotArrow3" refType="h" fact="-0.0013"/>
                  <dgm:constr type="w" for="ch" forName="dotArrow3" refType="userD"/>
                  <dgm:constr type="h" for="ch" forName="dotArrow3" refType="userD"/>
                  <dgm:constr type="ctrX" for="ch" forName="dotArrow4" refType="w" fact="0.4894"/>
                  <dgm:constr type="ctrY" for="ch" forName="dotArrow4" refType="h" fact="0.0287"/>
                  <dgm:constr type="w" for="ch" forName="dotArrow4" refType="userD"/>
                  <dgm:constr type="h" for="ch" forName="dotArrow4" refType="userD"/>
                  <dgm:constr type="ctrX" for="ch" forName="dotArrow5" refType="w" fact="0.456"/>
                  <dgm:constr type="ctrY" for="ch" forName="dotArrow5" refType="h" fact="0.0587"/>
                  <dgm:constr type="w" for="ch" forName="dotArrow5" refType="userD"/>
                  <dgm:constr type="h" for="ch" forName="dotArrow5" refType="userD"/>
                  <dgm:constr type="ctrX" for="ch" forName="dotArrow6" refType="w" fact="0.5227"/>
                  <dgm:constr type="ctrY" for="ch" forName="dotArrow6" refType="h" fact="0.062"/>
                  <dgm:constr type="w" for="ch" forName="dotArrow6" refType="userD"/>
                  <dgm:constr type="h" for="ch" forName="dotArrow6" refType="userD"/>
                  <dgm:constr type="ctrX" for="ch" forName="dotArrow7" refType="w" fact="0.5227"/>
                  <dgm:constr type="ctrY" for="ch" forName="dotArrow7" refType="h" fact="0.1253"/>
                  <dgm:constr type="w" for="ch" forName="dotArrow7" refType="userD"/>
                  <dgm:constr type="h" for="ch" forName="dotArrow7" refType="userD"/>
                  <dgm:constr type="r" for="ch" forName="parTx1" refType="w" fact="0.7386"/>
                  <dgm:constr type="t" for="ch" forName="parTx1" refType="h" fact="0.8086"/>
                  <dgm:constr type="w" for="ch" forName="parTx1" refType="w" fact="0.5392"/>
                  <dgm:constr type="h" for="ch" forName="parTx1" refType="h" fact="0.218"/>
                  <dgm:constr type="ctrX" for="ch" forName="picture1" refType="w" fact="0.7631"/>
                  <dgm:constr type="ctrY" for="ch" forName="picture1" refType="h" fact="0.7834"/>
                  <dgm:constr type="w" for="ch" forName="picture1" refType="w" fact="0.25"/>
                  <dgm:constr type="h" for="ch" forName="picture1" refType="h" fact="0.3768"/>
                  <dgm:constr type="r" for="ch" forName="parTx2" refType="w" fact="0.5107"/>
                  <dgm:constr type="t" for="ch" forName="parTx2" refType="h" fact="0.3822"/>
                  <dgm:constr type="w" for="ch" forName="parTx2" refType="w" fact="0.5392"/>
                  <dgm:constr type="h" for="ch" forName="parTx2" refType="h" fact="0.218"/>
                  <dgm:constr type="ctrX" for="ch" forName="picture2" refType="w" fact="0.5352"/>
                  <dgm:constr type="ctrY" for="ch" forName="picture2" refType="h" fact="0.357"/>
                  <dgm:constr type="w" for="ch" forName="picture2" refType="w" fact="0.25"/>
                  <dgm:constr type="h" for="ch" forName="picture2" refType="h" fact="0.3768"/>
                </dgm:constrLst>
              </dgm:else>
            </dgm:choose>
          </dgm:else>
        </dgm:choose>
      </dgm:if>
      <dgm:if name="Name22" axis="ch" ptType="node" func="cnt" op="equ" val="3">
        <dgm:choose name="Name23">
          <dgm:if name="Name24" func="var" arg="dir" op="equ" val="norm">
            <dgm:choose name="Name25">
              <dgm:if name="Name26" axis="des" func="maxDepth" op="gt" val="1">
                <dgm:alg type="composite">
                  <dgm:param type="ar" val="1.75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primFontSz" for="ch" forName="parTx3" refType="primFontSz" refFor="ch" refForName="parTx1" op="equ"/>
                  <dgm:constr type="primFontSz" for="ch" forName="desTx1" op="equ" val="65"/>
                  <dgm:constr type="primFontSz" for="ch" forName="desTx2" refType="primFontSz" refFor="ch" refForName="desTx1" op="equ"/>
                  <dgm:constr type="primFontSz" for="ch" forName="desTx3" refType="primFontSz" refFor="ch" refForName="desTx1" op="equ"/>
                  <dgm:constr type="userD" refType="w" fact="0.0162"/>
                  <dgm:constr type="ctrX" for="ch" forName="dot1" refType="w" fact="0.2981"/>
                  <dgm:constr type="ctrY" for="ch" forName="dot1" refType="h" fact="0.763"/>
                  <dgm:constr type="w" for="ch" forName="dot1" refType="userD"/>
                  <dgm:constr type="h" for="ch" forName="dot1" refType="userD"/>
                  <dgm:constr type="ctrX" for="ch" forName="dot2" refType="w" fact="0.2676"/>
                  <dgm:constr type="ctrY" for="ch" forName="dot2" refType="h" fact="0.7887"/>
                  <dgm:constr type="w" for="ch" forName="dot2" refType="userD"/>
                  <dgm:constr type="h" for="ch" forName="dot2" refType="userD"/>
                  <dgm:constr type="ctrX" for="ch" forName="dot3" refType="w" fact="0.2357"/>
                  <dgm:constr type="ctrY" for="ch" forName="dot3" refType="h" fact="0.809"/>
                  <dgm:constr type="w" for="ch" forName="dot3" refType="userD"/>
                  <dgm:constr type="h" for="ch" forName="dot3" refType="userD"/>
                  <dgm:constr type="ctrX" for="ch" forName="dot4" refType="w" fact="0.4445"/>
                  <dgm:constr type="ctrY" for="ch" forName="dot4" refType="h" fact="0.4655"/>
                  <dgm:constr type="w" for="ch" forName="dot4" refType="userD"/>
                  <dgm:constr type="h" for="ch" forName="dot4" refType="userD"/>
                  <dgm:constr type="ctrX" for="ch" forName="dot5" refType="w" fact="0.4323"/>
                  <dgm:constr type="ctrY" for="ch" forName="dot5" refType="h" fact="0.5178"/>
                  <dgm:constr type="w" for="ch" forName="dot5" refType="userD"/>
                  <dgm:constr type="h" for="ch" forName="dot5" refType="userD"/>
                  <dgm:constr type="ctrX" for="ch" forName="dotArrow1" refType="w" fact="0.4236"/>
                  <dgm:constr type="ctrY" for="ch" forName="dotArrow1" refType="h" fact="0.0718"/>
                  <dgm:constr type="w" for="ch" forName="dotArrow1" refType="userD"/>
                  <dgm:constr type="h" for="ch" forName="dotArrow1" refType="userD"/>
                  <dgm:constr type="ctrX" for="ch" forName="dotArrow2" refType="w" fact="0.446"/>
                  <dgm:constr type="ctrY" for="ch" forName="dotArrow2" refType="h" fact="0.0468"/>
                  <dgm:constr type="w" for="ch" forName="dotArrow2" refType="userD"/>
                  <dgm:constr type="h" for="ch" forName="dotArrow2" refType="userD"/>
                  <dgm:constr type="ctrX" for="ch" forName="dotArrow3" refType="w" fact="0.4685"/>
                  <dgm:constr type="ctrY" for="ch" forName="dotArrow3" refType="h" fact="0.0218"/>
                  <dgm:constr type="w" for="ch" forName="dotArrow3" refType="userD"/>
                  <dgm:constr type="h" for="ch" forName="dotArrow3" refType="userD"/>
                  <dgm:constr type="ctrX" for="ch" forName="dotArrow4" refType="w" fact="0.491"/>
                  <dgm:constr type="ctrY" for="ch" forName="dotArrow4" refType="h" fact="0.0468"/>
                  <dgm:constr type="w" for="ch" forName="dotArrow4" refType="userD"/>
                  <dgm:constr type="h" for="ch" forName="dotArrow4" refType="userD"/>
                  <dgm:constr type="ctrX" for="ch" forName="dotArrow5" refType="w" fact="0.5135"/>
                  <dgm:constr type="ctrY" for="ch" forName="dotArrow5" refType="h" fact="0.0718"/>
                  <dgm:constr type="w" for="ch" forName="dotArrow5" refType="userD"/>
                  <dgm:constr type="h" for="ch" forName="dotArrow5" refType="userD"/>
                  <dgm:constr type="ctrX" for="ch" forName="dotArrow6" refType="w" fact="0.4685"/>
                  <dgm:constr type="ctrY" for="ch" forName="dotArrow6" refType="h" fact="0.0745"/>
                  <dgm:constr type="w" for="ch" forName="dotArrow6" refType="userD"/>
                  <dgm:constr type="h" for="ch" forName="dotArrow6" refType="userD"/>
                  <dgm:constr type="ctrX" for="ch" forName="dotArrow7" refType="w" fact="0.4685"/>
                  <dgm:constr type="ctrY" for="ch" forName="dotArrow7" refType="h" fact="0.1273"/>
                  <dgm:constr type="w" for="ch" forName="dotArrow7" refType="userD"/>
                  <dgm:constr type="h" for="ch" forName="dotArrow7" refType="userD"/>
                  <dgm:constr type="l" for="ch" forName="parTx1" refType="w" fact="0.1487"/>
                  <dgm:constr type="t" for="ch" forName="parTx1" refType="h" fact="0.8596"/>
                  <dgm:constr type="w" for="ch" forName="parTx1" refType="w" fact="0.3491"/>
                  <dgm:constr type="h" for="ch" forName="parTx1" refType="h" fact="0.1638"/>
                  <dgm:constr type="ctrX" for="ch" forName="picture1" refType="w" fact="0.1328"/>
                  <dgm:constr type="ctrY" for="ch" forName="picture1" refType="h" fact="0.8361"/>
                  <dgm:constr type="w" for="ch" forName="picture1" refType="w" fact="0.1618"/>
                  <dgm:constr type="h" for="ch" forName="picture1" refType="h" fact="0.2832"/>
                  <dgm:constr type="l" for="ch" forName="desTx1" refType="r" refFor="ch" refForName="parTx1"/>
                  <dgm:constr type="r" for="ch" forName="desTx1" refType="w"/>
                  <dgm:constr type="t" for="ch" forName="desTx1" refType="t" refFor="ch" refForName="parTx1"/>
                  <dgm:constr type="h" for="ch" forName="desTx1" refType="h" refFor="ch" refForName="parTx1"/>
                  <dgm:constr type="l" for="ch" forName="parTx2" refType="w" fact="0.3732"/>
                  <dgm:constr type="t" for="ch" forName="parTx2" refType="h" fact="0.6469"/>
                  <dgm:constr type="w" for="ch" forName="parTx2" refType="w" fact="0.3491"/>
                  <dgm:constr type="h" for="ch" forName="parTx2" refType="h" fact="0.1638"/>
                  <dgm:constr type="ctrX" for="ch" forName="picture2" refType="w" fact="0.3573"/>
                  <dgm:constr type="ctrY" for="ch" forName="picture2" refType="h" fact="0.6234"/>
                  <dgm:constr type="w" for="ch" forName="picture2" refType="w" fact="0.1618"/>
                  <dgm:constr type="h" for="ch" forName="picture2" refType="h" fact="0.2832"/>
                  <dgm:constr type="l" for="ch" forName="desTx2" refType="r" refFor="ch" refForName="parTx2"/>
                  <dgm:constr type="r" for="ch" forName="desTx2" refType="w"/>
                  <dgm:constr type="t" for="ch" forName="desTx2" refType="t" refFor="ch" refForName="parTx2"/>
                  <dgm:constr type="h" for="ch" forName="desTx2" refType="h" refFor="ch" refForName="parTx2"/>
                  <dgm:constr type="l" for="ch" forName="parTx3" refType="w" fact="0.4763"/>
                  <dgm:constr type="t" for="ch" forName="parTx3" refType="h" fact="0.3243"/>
                  <dgm:constr type="w" for="ch" forName="parTx3" refType="w" fact="0.3491"/>
                  <dgm:constr type="h" for="ch" forName="parTx3" refType="h" fact="0.1638"/>
                  <dgm:constr type="ctrX" for="ch" forName="picture3" refType="w" fact="0.4604"/>
                  <dgm:constr type="ctrY" for="ch" forName="picture3" refType="h" fact="0.3008"/>
                  <dgm:constr type="w" for="ch" forName="picture3" refType="w" fact="0.1618"/>
                  <dgm:constr type="h" for="ch" forName="picture3" refType="h" fact="0.2832"/>
                  <dgm:constr type="l" for="ch" forName="desTx3" refType="r" refFor="ch" refForName="parTx3"/>
                  <dgm:constr type="r" for="ch" forName="desTx3" refType="w"/>
                  <dgm:constr type="t" for="ch" forName="desTx3" refType="t" refFor="ch" refForName="parTx3"/>
                  <dgm:constr type="h" for="ch" forName="desTx3" refType="h" refFor="ch" refForName="parTx3"/>
                </dgm:constrLst>
              </dgm:if>
              <dgm:else name="Name27">
                <dgm:alg type="composite">
                  <dgm:param type="ar" val="1.4161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primFontSz" for="ch" forName="parTx3" refType="primFontSz" refFor="ch" refForName="parTx1" op="equ"/>
                  <dgm:constr type="userD" refType="w" fact="0.02"/>
                  <dgm:constr type="ctrX" for="ch" forName="dot1" refType="w" fact="0.3684"/>
                  <dgm:constr type="ctrY" for="ch" forName="dot1" refType="h" fact="0.763"/>
                  <dgm:constr type="w" for="ch" forName="dot1" refType="userD"/>
                  <dgm:constr type="h" for="ch" forName="dot1" refType="userD"/>
                  <dgm:constr type="ctrX" for="ch" forName="dot2" refType="w" fact="0.3307"/>
                  <dgm:constr type="ctrY" for="ch" forName="dot2" refType="h" fact="0.7887"/>
                  <dgm:constr type="w" for="ch" forName="dot2" refType="userD"/>
                  <dgm:constr type="h" for="ch" forName="dot2" refType="userD"/>
                  <dgm:constr type="ctrX" for="ch" forName="dot3" refType="w" fact="0.2912"/>
                  <dgm:constr type="ctrY" for="ch" forName="dot3" refType="h" fact="0.809"/>
                  <dgm:constr type="w" for="ch" forName="dot3" refType="userD"/>
                  <dgm:constr type="h" for="ch" forName="dot3" refType="userD"/>
                  <dgm:constr type="ctrX" for="ch" forName="dot4" refType="w" fact="0.5494"/>
                  <dgm:constr type="ctrY" for="ch" forName="dot4" refType="h" fact="0.4655"/>
                  <dgm:constr type="w" for="ch" forName="dot4" refType="userD"/>
                  <dgm:constr type="h" for="ch" forName="dot4" refType="userD"/>
                  <dgm:constr type="ctrX" for="ch" forName="dot5" refType="w" fact="0.5342"/>
                  <dgm:constr type="ctrY" for="ch" forName="dot5" refType="h" fact="0.5178"/>
                  <dgm:constr type="w" for="ch" forName="dot5" refType="userD"/>
                  <dgm:constr type="h" for="ch" forName="dot5" refType="userD"/>
                  <dgm:constr type="ctrX" for="ch" forName="dotArrow1" refType="w" fact="0.5234"/>
                  <dgm:constr type="ctrY" for="ch" forName="dotArrow1" refType="h" fact="0.0718"/>
                  <dgm:constr type="w" for="ch" forName="dotArrow1" refType="userD"/>
                  <dgm:constr type="h" for="ch" forName="dotArrow1" refType="userD"/>
                  <dgm:constr type="ctrX" for="ch" forName="dotArrow2" refType="w" fact="0.5512"/>
                  <dgm:constr type="ctrY" for="ch" forName="dotArrow2" refType="h" fact="0.0468"/>
                  <dgm:constr type="w" for="ch" forName="dotArrow2" refType="userD"/>
                  <dgm:constr type="h" for="ch" forName="dotArrow2" refType="userD"/>
                  <dgm:constr type="ctrX" for="ch" forName="dotArrow3" refType="w" fact="0.579"/>
                  <dgm:constr type="ctrY" for="ch" forName="dotArrow3" refType="h" fact="0.0218"/>
                  <dgm:constr type="w" for="ch" forName="dotArrow3" refType="userD"/>
                  <dgm:constr type="h" for="ch" forName="dotArrow3" refType="userD"/>
                  <dgm:constr type="ctrX" for="ch" forName="dotArrow4" refType="w" fact="0.6068"/>
                  <dgm:constr type="ctrY" for="ch" forName="dotArrow4" refType="h" fact="0.0468"/>
                  <dgm:constr type="w" for="ch" forName="dotArrow4" refType="userD"/>
                  <dgm:constr type="h" for="ch" forName="dotArrow4" refType="userD"/>
                  <dgm:constr type="ctrX" for="ch" forName="dotArrow5" refType="w" fact="0.6346"/>
                  <dgm:constr type="ctrY" for="ch" forName="dotArrow5" refType="h" fact="0.0718"/>
                  <dgm:constr type="w" for="ch" forName="dotArrow5" refType="userD"/>
                  <dgm:constr type="h" for="ch" forName="dotArrow5" refType="userD"/>
                  <dgm:constr type="ctrX" for="ch" forName="dotArrow6" refType="w" fact="0.579"/>
                  <dgm:constr type="ctrY" for="ch" forName="dotArrow6" refType="h" fact="0.0745"/>
                  <dgm:constr type="w" for="ch" forName="dotArrow6" refType="userD"/>
                  <dgm:constr type="h" for="ch" forName="dotArrow6" refType="userD"/>
                  <dgm:constr type="ctrX" for="ch" forName="dotArrow7" refType="w" fact="0.579"/>
                  <dgm:constr type="ctrY" for="ch" forName="dotArrow7" refType="h" fact="0.1273"/>
                  <dgm:constr type="w" for="ch" forName="dotArrow7" refType="userD"/>
                  <dgm:constr type="h" for="ch" forName="dotArrow7" refType="userD"/>
                  <dgm:constr type="l" for="ch" forName="parTx1" refType="w" fact="0.1837"/>
                  <dgm:constr type="t" for="ch" forName="parTx1" refType="h" fact="0.8551"/>
                  <dgm:constr type="w" for="ch" forName="parTx1" refType="w" fact="0.4314"/>
                  <dgm:constr type="h" for="ch" forName="parTx1" refType="h" fact="0.1638"/>
                  <dgm:constr type="ctrX" for="ch" forName="picture1" refType="w" fact="0.1641"/>
                  <dgm:constr type="ctrY" for="ch" forName="picture1" refType="h" fact="0.8361"/>
                  <dgm:constr type="w" for="ch" forName="picture1" refType="w" fact="0.2"/>
                  <dgm:constr type="h" for="ch" forName="picture1" refType="h" fact="0.2832"/>
                  <dgm:constr type="l" for="ch" forName="parTx2" refType="w" fact="0.4612"/>
                  <dgm:constr type="t" for="ch" forName="parTx2" refType="h" fact="0.6424"/>
                  <dgm:constr type="w" for="ch" forName="parTx2" refType="w" fact="0.4314"/>
                  <dgm:constr type="h" for="ch" forName="parTx2" refType="h" fact="0.1638"/>
                  <dgm:constr type="ctrX" for="ch" forName="picture2" refType="w" fact="0.4416"/>
                  <dgm:constr type="ctrY" for="ch" forName="picture2" refType="h" fact="0.6234"/>
                  <dgm:constr type="w" for="ch" forName="picture2" refType="w" fact="0.2"/>
                  <dgm:constr type="h" for="ch" forName="picture2" refType="h" fact="0.2832"/>
                  <dgm:constr type="l" for="ch" forName="parTx3" refType="w" fact="0.5886"/>
                  <dgm:constr type="t" for="ch" forName="parTx3" refType="h" fact="0.3198"/>
                  <dgm:constr type="w" for="ch" forName="parTx3" refType="w" fact="0.4314"/>
                  <dgm:constr type="h" for="ch" forName="parTx3" refType="h" fact="0.1638"/>
                  <dgm:constr type="ctrX" for="ch" forName="picture3" refType="w" fact="0.569"/>
                  <dgm:constr type="ctrY" for="ch" forName="picture3" refType="h" fact="0.3008"/>
                  <dgm:constr type="w" for="ch" forName="picture3" refType="w" fact="0.2"/>
                  <dgm:constr type="h" for="ch" forName="picture3" refType="h" fact="0.2832"/>
                </dgm:constrLst>
              </dgm:else>
            </dgm:choose>
          </dgm:if>
          <dgm:else name="Name28">
            <dgm:choose name="Name29">
              <dgm:if name="Name30" axis="des" func="maxDepth" op="gt" val="1">
                <dgm:alg type="composite">
                  <dgm:param type="ar" val="1.75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primFontSz" for="ch" forName="parTx3" refType="primFontSz" refFor="ch" refForName="parTx1" op="equ"/>
                  <dgm:constr type="primFontSz" for="ch" forName="desTx1" op="equ" val="65"/>
                  <dgm:constr type="primFontSz" for="ch" forName="desTx2" refType="primFontSz" refFor="ch" refForName="desTx1" op="equ"/>
                  <dgm:constr type="primFontSz" for="ch" forName="desTx3" refType="primFontSz" refFor="ch" refForName="desTx1" op="equ"/>
                  <dgm:constr type="userD" refType="w" fact="0.0162"/>
                  <dgm:constr type="ctrX" for="ch" forName="dot1" refType="w" fact="0.7019"/>
                  <dgm:constr type="ctrY" for="ch" forName="dot1" refType="h" fact="0.763"/>
                  <dgm:constr type="w" for="ch" forName="dot1" refType="userD"/>
                  <dgm:constr type="h" for="ch" forName="dot1" refType="userD"/>
                  <dgm:constr type="ctrX" for="ch" forName="dot2" refType="w" fact="0.7324"/>
                  <dgm:constr type="ctrY" for="ch" forName="dot2" refType="h" fact="0.7887"/>
                  <dgm:constr type="w" for="ch" forName="dot2" refType="userD"/>
                  <dgm:constr type="h" for="ch" forName="dot2" refType="userD"/>
                  <dgm:constr type="ctrX" for="ch" forName="dot3" refType="w" fact="0.7643"/>
                  <dgm:constr type="ctrY" for="ch" forName="dot3" refType="h" fact="0.809"/>
                  <dgm:constr type="w" for="ch" forName="dot3" refType="userD"/>
                  <dgm:constr type="h" for="ch" forName="dot3" refType="userD"/>
                  <dgm:constr type="ctrX" for="ch" forName="dot4" refType="w" fact="0.5555"/>
                  <dgm:constr type="ctrY" for="ch" forName="dot4" refType="h" fact="0.4655"/>
                  <dgm:constr type="w" for="ch" forName="dot4" refType="userD"/>
                  <dgm:constr type="h" for="ch" forName="dot4" refType="userD"/>
                  <dgm:constr type="ctrX" for="ch" forName="dot5" refType="w" fact="0.5677"/>
                  <dgm:constr type="ctrY" for="ch" forName="dot5" refType="h" fact="0.5178"/>
                  <dgm:constr type="w" for="ch" forName="dot5" refType="userD"/>
                  <dgm:constr type="h" for="ch" forName="dot5" refType="userD"/>
                  <dgm:constr type="ctrX" for="ch" forName="dotArrow1" refType="w" fact="0.5764"/>
                  <dgm:constr type="ctrY" for="ch" forName="dotArrow1" refType="h" fact="0.0718"/>
                  <dgm:constr type="w" for="ch" forName="dotArrow1" refType="userD"/>
                  <dgm:constr type="h" for="ch" forName="dotArrow1" refType="userD"/>
                  <dgm:constr type="ctrX" for="ch" forName="dotArrow2" refType="w" fact="0.554"/>
                  <dgm:constr type="ctrY" for="ch" forName="dotArrow2" refType="h" fact="0.0468"/>
                  <dgm:constr type="w" for="ch" forName="dotArrow2" refType="userD"/>
                  <dgm:constr type="h" for="ch" forName="dotArrow2" refType="userD"/>
                  <dgm:constr type="ctrX" for="ch" forName="dotArrow3" refType="w" fact="0.5315"/>
                  <dgm:constr type="ctrY" for="ch" forName="dotArrow3" refType="h" fact="0.0218"/>
                  <dgm:constr type="w" for="ch" forName="dotArrow3" refType="userD"/>
                  <dgm:constr type="h" for="ch" forName="dotArrow3" refType="userD"/>
                  <dgm:constr type="ctrX" for="ch" forName="dotArrow4" refType="w" fact="0.509"/>
                  <dgm:constr type="ctrY" for="ch" forName="dotArrow4" refType="h" fact="0.0468"/>
                  <dgm:constr type="w" for="ch" forName="dotArrow4" refType="userD"/>
                  <dgm:constr type="h" for="ch" forName="dotArrow4" refType="userD"/>
                  <dgm:constr type="ctrX" for="ch" forName="dotArrow5" refType="w" fact="0.4865"/>
                  <dgm:constr type="ctrY" for="ch" forName="dotArrow5" refType="h" fact="0.0718"/>
                  <dgm:constr type="w" for="ch" forName="dotArrow5" refType="userD"/>
                  <dgm:constr type="h" for="ch" forName="dotArrow5" refType="userD"/>
                  <dgm:constr type="ctrX" for="ch" forName="dotArrow6" refType="w" fact="0.5315"/>
                  <dgm:constr type="ctrY" for="ch" forName="dotArrow6" refType="h" fact="0.0745"/>
                  <dgm:constr type="w" for="ch" forName="dotArrow6" refType="userD"/>
                  <dgm:constr type="h" for="ch" forName="dotArrow6" refType="userD"/>
                  <dgm:constr type="ctrX" for="ch" forName="dotArrow7" refType="w" fact="0.5315"/>
                  <dgm:constr type="ctrY" for="ch" forName="dotArrow7" refType="h" fact="0.1273"/>
                  <dgm:constr type="w" for="ch" forName="dotArrow7" refType="userD"/>
                  <dgm:constr type="h" for="ch" forName="dotArrow7" refType="userD"/>
                  <dgm:constr type="r" for="ch" forName="parTx1" refType="w" fact="0.8513"/>
                  <dgm:constr type="t" for="ch" forName="parTx1" refType="h" fact="0.8596"/>
                  <dgm:constr type="w" for="ch" forName="parTx1" refType="w" fact="0.3491"/>
                  <dgm:constr type="h" for="ch" forName="parTx1" refType="h" fact="0.1638"/>
                  <dgm:constr type="ctrX" for="ch" forName="picture1" refType="w" fact="0.8672"/>
                  <dgm:constr type="ctrY" for="ch" forName="picture1" refType="h" fact="0.8361"/>
                  <dgm:constr type="w" for="ch" forName="picture1" refType="w" fact="0.1618"/>
                  <dgm:constr type="h" for="ch" forName="picture1" refType="h" fact="0.2832"/>
                  <dgm:constr type="r" for="ch" forName="desTx1" refType="l" refFor="ch" refForName="parTx1"/>
                  <dgm:constr type="l" for="ch" forName="desTx1"/>
                  <dgm:constr type="t" for="ch" forName="desTx1" refType="t" refFor="ch" refForName="parTx1"/>
                  <dgm:constr type="h" for="ch" forName="desTx1" refType="h" refFor="ch" refForName="parTx1"/>
                  <dgm:constr type="r" for="ch" forName="parTx2" refType="w" fact="0.6268"/>
                  <dgm:constr type="t" for="ch" forName="parTx2" refType="h" fact="0.6469"/>
                  <dgm:constr type="w" for="ch" forName="parTx2" refType="w" fact="0.3491"/>
                  <dgm:constr type="h" for="ch" forName="parTx2" refType="h" fact="0.1638"/>
                  <dgm:constr type="ctrX" for="ch" forName="picture2" refType="w" fact="0.6427"/>
                  <dgm:constr type="ctrY" for="ch" forName="picture2" refType="h" fact="0.6234"/>
                  <dgm:constr type="w" for="ch" forName="picture2" refType="w" fact="0.1618"/>
                  <dgm:constr type="h" for="ch" forName="picture2" refType="h" fact="0.2832"/>
                  <dgm:constr type="r" for="ch" forName="desTx2" refType="l" refFor="ch" refForName="parTx2"/>
                  <dgm:constr type="l" for="ch" forName="desTx2"/>
                  <dgm:constr type="t" for="ch" forName="desTx2" refType="t" refFor="ch" refForName="parTx2"/>
                  <dgm:constr type="h" for="ch" forName="desTx2" refType="h" refFor="ch" refForName="parTx2"/>
                  <dgm:constr type="r" for="ch" forName="parTx3" refType="w" fact="0.5237"/>
                  <dgm:constr type="t" for="ch" forName="parTx3" refType="h" fact="0.3243"/>
                  <dgm:constr type="w" for="ch" forName="parTx3" refType="w" fact="0.3491"/>
                  <dgm:constr type="h" for="ch" forName="parTx3" refType="h" fact="0.1638"/>
                  <dgm:constr type="ctrX" for="ch" forName="picture3" refType="w" fact="0.5396"/>
                  <dgm:constr type="ctrY" for="ch" forName="picture3" refType="h" fact="0.3008"/>
                  <dgm:constr type="w" for="ch" forName="picture3" refType="w" fact="0.1618"/>
                  <dgm:constr type="h" for="ch" forName="picture3" refType="h" fact="0.2832"/>
                  <dgm:constr type="r" for="ch" forName="desTx3" refType="l" refFor="ch" refForName="parTx3"/>
                  <dgm:constr type="l" for="ch" forName="desTx3"/>
                  <dgm:constr type="t" for="ch" forName="desTx3" refType="t" refFor="ch" refForName="parTx3"/>
                  <dgm:constr type="h" for="ch" forName="desTx3" refType="h" refFor="ch" refForName="parTx3"/>
                </dgm:constrLst>
              </dgm:if>
              <dgm:else name="Name31">
                <dgm:alg type="composite">
                  <dgm:param type="ar" val="1.4161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primFontSz" for="ch" forName="parTx3" refType="primFontSz" refFor="ch" refForName="parTx1" op="equ"/>
                  <dgm:constr type="userD" refType="w" fact="0.02"/>
                  <dgm:constr type="ctrX" for="ch" forName="dot1" refType="w" fact="0.6316"/>
                  <dgm:constr type="ctrY" for="ch" forName="dot1" refType="h" fact="0.763"/>
                  <dgm:constr type="w" for="ch" forName="dot1" refType="userD"/>
                  <dgm:constr type="h" for="ch" forName="dot1" refType="userD"/>
                  <dgm:constr type="ctrX" for="ch" forName="dot2" refType="w" fact="0.6693"/>
                  <dgm:constr type="ctrY" for="ch" forName="dot2" refType="h" fact="0.7887"/>
                  <dgm:constr type="w" for="ch" forName="dot2" refType="userD"/>
                  <dgm:constr type="h" for="ch" forName="dot2" refType="userD"/>
                  <dgm:constr type="ctrX" for="ch" forName="dot3" refType="w" fact="0.7088"/>
                  <dgm:constr type="ctrY" for="ch" forName="dot3" refType="h" fact="0.809"/>
                  <dgm:constr type="w" for="ch" forName="dot3" refType="userD"/>
                  <dgm:constr type="h" for="ch" forName="dot3" refType="userD"/>
                  <dgm:constr type="ctrX" for="ch" forName="dot4" refType="w" fact="0.4506"/>
                  <dgm:constr type="ctrY" for="ch" forName="dot4" refType="h" fact="0.4655"/>
                  <dgm:constr type="w" for="ch" forName="dot4" refType="userD"/>
                  <dgm:constr type="h" for="ch" forName="dot4" refType="userD"/>
                  <dgm:constr type="ctrX" for="ch" forName="dot5" refType="w" fact="0.4658"/>
                  <dgm:constr type="ctrY" for="ch" forName="dot5" refType="h" fact="0.5178"/>
                  <dgm:constr type="w" for="ch" forName="dot5" refType="userD"/>
                  <dgm:constr type="h" for="ch" forName="dot5" refType="userD"/>
                  <dgm:constr type="ctrX" for="ch" forName="dotArrow1" refType="w" fact="0.4766"/>
                  <dgm:constr type="ctrY" for="ch" forName="dotArrow1" refType="h" fact="0.0718"/>
                  <dgm:constr type="w" for="ch" forName="dotArrow1" refType="userD"/>
                  <dgm:constr type="h" for="ch" forName="dotArrow1" refType="userD"/>
                  <dgm:constr type="ctrX" for="ch" forName="dotArrow2" refType="w" fact="0.4488"/>
                  <dgm:constr type="ctrY" for="ch" forName="dotArrow2" refType="h" fact="0.0468"/>
                  <dgm:constr type="w" for="ch" forName="dotArrow2" refType="userD"/>
                  <dgm:constr type="h" for="ch" forName="dotArrow2" refType="userD"/>
                  <dgm:constr type="ctrX" for="ch" forName="dotArrow3" refType="w" fact="0.421"/>
                  <dgm:constr type="ctrY" for="ch" forName="dotArrow3" refType="h" fact="0.0218"/>
                  <dgm:constr type="w" for="ch" forName="dotArrow3" refType="userD"/>
                  <dgm:constr type="h" for="ch" forName="dotArrow3" refType="userD"/>
                  <dgm:constr type="ctrX" for="ch" forName="dotArrow4" refType="w" fact="0.3932"/>
                  <dgm:constr type="ctrY" for="ch" forName="dotArrow4" refType="h" fact="0.0468"/>
                  <dgm:constr type="w" for="ch" forName="dotArrow4" refType="userD"/>
                  <dgm:constr type="h" for="ch" forName="dotArrow4" refType="userD"/>
                  <dgm:constr type="ctrX" for="ch" forName="dotArrow5" refType="w" fact="0.3654"/>
                  <dgm:constr type="ctrY" for="ch" forName="dotArrow5" refType="h" fact="0.0718"/>
                  <dgm:constr type="w" for="ch" forName="dotArrow5" refType="userD"/>
                  <dgm:constr type="h" for="ch" forName="dotArrow5" refType="userD"/>
                  <dgm:constr type="ctrX" for="ch" forName="dotArrow6" refType="w" fact="0.421"/>
                  <dgm:constr type="ctrY" for="ch" forName="dotArrow6" refType="h" fact="0.0745"/>
                  <dgm:constr type="w" for="ch" forName="dotArrow6" refType="userD"/>
                  <dgm:constr type="h" for="ch" forName="dotArrow6" refType="userD"/>
                  <dgm:constr type="ctrX" for="ch" forName="dotArrow7" refType="w" fact="0.421"/>
                  <dgm:constr type="ctrY" for="ch" forName="dotArrow7" refType="h" fact="0.1273"/>
                  <dgm:constr type="w" for="ch" forName="dotArrow7" refType="userD"/>
                  <dgm:constr type="h" for="ch" forName="dotArrow7" refType="userD"/>
                  <dgm:constr type="r" for="ch" forName="parTx1" refType="w" fact="0.8163"/>
                  <dgm:constr type="t" for="ch" forName="parTx1" refType="h" fact="0.8551"/>
                  <dgm:constr type="w" for="ch" forName="parTx1" refType="w" fact="0.4314"/>
                  <dgm:constr type="h" for="ch" forName="parTx1" refType="h" fact="0.1638"/>
                  <dgm:constr type="ctrX" for="ch" forName="picture1" refType="w" fact="0.8359"/>
                  <dgm:constr type="ctrY" for="ch" forName="picture1" refType="h" fact="0.8361"/>
                  <dgm:constr type="w" for="ch" forName="picture1" refType="w" fact="0.2"/>
                  <dgm:constr type="h" for="ch" forName="picture1" refType="h" fact="0.2832"/>
                  <dgm:constr type="r" for="ch" forName="parTx2" refType="w" fact="0.5388"/>
                  <dgm:constr type="t" for="ch" forName="parTx2" refType="h" fact="0.6424"/>
                  <dgm:constr type="w" for="ch" forName="parTx2" refType="w" fact="0.4314"/>
                  <dgm:constr type="h" for="ch" forName="parTx2" refType="h" fact="0.1638"/>
                  <dgm:constr type="ctrX" for="ch" forName="picture2" refType="w" fact="0.5584"/>
                  <dgm:constr type="ctrY" for="ch" forName="picture2" refType="h" fact="0.6234"/>
                  <dgm:constr type="w" for="ch" forName="picture2" refType="w" fact="0.2"/>
                  <dgm:constr type="h" for="ch" forName="picture2" refType="h" fact="0.2832"/>
                  <dgm:constr type="r" for="ch" forName="parTx3" refType="w" fact="0.4114"/>
                  <dgm:constr type="t" for="ch" forName="parTx3" refType="h" fact="0.3198"/>
                  <dgm:constr type="w" for="ch" forName="parTx3" refType="w" fact="0.4314"/>
                  <dgm:constr type="h" for="ch" forName="parTx3" refType="h" fact="0.1638"/>
                  <dgm:constr type="ctrX" for="ch" forName="picture3" refType="w" fact="0.431"/>
                  <dgm:constr type="ctrY" for="ch" forName="picture3" refType="h" fact="0.3008"/>
                  <dgm:constr type="w" for="ch" forName="picture3" refType="w" fact="0.2"/>
                  <dgm:constr type="h" for="ch" forName="picture3" refType="h" fact="0.2832"/>
                </dgm:constrLst>
              </dgm:else>
            </dgm:choose>
          </dgm:else>
        </dgm:choose>
      </dgm:if>
      <dgm:if name="Name32" axis="ch" ptType="node" func="cnt" op="equ" val="4">
        <dgm:choose name="Name33">
          <dgm:if name="Name34" func="var" arg="dir" op="equ" val="norm">
            <dgm:choose name="Name35">
              <dgm:if name="Name36" axis="des" func="maxDepth" op="gt" val="1">
                <dgm:alg type="composite">
                  <dgm:param type="ar" val="1.55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primFontSz" for="ch" forName="parTx3" refType="primFontSz" refFor="ch" refForName="parTx1" op="equ"/>
                  <dgm:constr type="primFontSz" for="ch" forName="parTx4" refType="primFontSz" refFor="ch" refForName="parTx1" op="equ"/>
                  <dgm:constr type="primFontSz" for="ch" forName="desTx1" op="equ" val="65"/>
                  <dgm:constr type="primFontSz" for="ch" forName="desTx2" refType="primFontSz" refFor="ch" refForName="desTx1" op="equ"/>
                  <dgm:constr type="primFontSz" for="ch" forName="desTx3" refType="primFontSz" refFor="ch" refForName="desTx1" op="equ"/>
                  <dgm:constr type="primFontSz" for="ch" forName="desTx4" refType="primFontSz" refFor="ch" refForName="desTx1" op="equ"/>
                  <dgm:constr type="userD" refType="w" fact="0.0136"/>
                  <dgm:constr type="ctrX" for="ch" forName="dot1" refType="w" fact="0.3253"/>
                  <dgm:constr type="ctrY" for="ch" forName="dot1" refType="h" fact="0.8215"/>
                  <dgm:constr type="w" for="ch" forName="dot1" refType="userD"/>
                  <dgm:constr type="h" for="ch" forName="dot1" refType="userD"/>
                  <dgm:constr type="ctrX" for="ch" forName="dot2" refType="w" fact="0.2949"/>
                  <dgm:constr type="ctrY" for="ch" forName="dot2" refType="h" fact="0.843"/>
                  <dgm:constr type="w" for="ch" forName="dot2" refType="userD"/>
                  <dgm:constr type="h" for="ch" forName="dot2" refType="userD"/>
                  <dgm:constr type="ctrX" for="ch" forName="dot3" refType="w" fact="0.2635"/>
                  <dgm:constr type="ctrY" for="ch" forName="dot3" refType="h" fact="0.8607"/>
                  <dgm:constr type="w" for="ch" forName="dot3" refType="userD"/>
                  <dgm:constr type="h" for="ch" forName="dot3" refType="userD"/>
                  <dgm:constr type="ctrX" for="ch" forName="dot4" refType="w" fact="0.2313"/>
                  <dgm:constr type="ctrY" for="ch" forName="dot4" refType="h" fact="0.8745"/>
                  <dgm:constr type="w" for="ch" forName="dot4" refType="userD"/>
                  <dgm:constr type="h" for="ch" forName="dot4" refType="userD"/>
                  <dgm:constr type="ctrX" for="ch" forName="dot5" refType="w" fact="0.4675"/>
                  <dgm:constr type="ctrY" for="ch" forName="dot5" refType="h" fact="0.6419"/>
                  <dgm:constr type="w" for="ch" forName="dot5" refType="userD"/>
                  <dgm:constr type="h" for="ch" forName="dot5" refType="userD"/>
                  <dgm:constr type="ctrX" for="ch" forName="dot6" refType="w" fact="0.5486"/>
                  <dgm:constr type="ctrY" for="ch" forName="dot6" refType="h" fact="0.3784"/>
                  <dgm:constr type="w" for="ch" forName="dot6" refType="userD"/>
                  <dgm:constr type="h" for="ch" forName="dot6" refType="userD"/>
                  <dgm:constr type="ctrX" for="ch" forName="dotArrow1" refType="w" fact="0.5267"/>
                  <dgm:constr type="ctrY" for="ch" forName="dotArrow1" refType="h" fact="0.0496"/>
                  <dgm:constr type="w" for="ch" forName="dotArrow1" refType="userD"/>
                  <dgm:constr type="h" for="ch" forName="dotArrow1" refType="userD"/>
                  <dgm:constr type="ctrX" for="ch" forName="dotArrow2" refType="w" fact="0.5462"/>
                  <dgm:constr type="ctrY" for="ch" forName="dotArrow2" refType="h" fact="0.0282"/>
                  <dgm:constr type="w" for="ch" forName="dotArrow2" refType="userD"/>
                  <dgm:constr type="h" for="ch" forName="dotArrow2" refType="userD"/>
                  <dgm:constr type="ctrX" for="ch" forName="dotArrow3" refType="w" fact="0.5657"/>
                  <dgm:constr type="ctrY" for="ch" forName="dotArrow3" refType="h" fact="0.0068"/>
                  <dgm:constr type="w" for="ch" forName="dotArrow3" refType="userD"/>
                  <dgm:constr type="h" for="ch" forName="dotArrow3" refType="userD"/>
                  <dgm:constr type="ctrX" for="ch" forName="dotArrow4" refType="w" fact="0.5851"/>
                  <dgm:constr type="ctrY" for="ch" forName="dotArrow4" refType="h" fact="0.0282"/>
                  <dgm:constr type="w" for="ch" forName="dotArrow4" refType="userD"/>
                  <dgm:constr type="h" for="ch" forName="dotArrow4" refType="userD"/>
                  <dgm:constr type="ctrX" for="ch" forName="dotArrow5" refType="w" fact="0.6046"/>
                  <dgm:constr type="ctrY" for="ch" forName="dotArrow5" refType="h" fact="0.0496"/>
                  <dgm:constr type="w" for="ch" forName="dotArrow5" refType="userD"/>
                  <dgm:constr type="h" for="ch" forName="dotArrow5" refType="userD"/>
                  <dgm:constr type="ctrX" for="ch" forName="dotArrow6" refType="w" fact="0.5657"/>
                  <dgm:constr type="ctrY" for="ch" forName="dotArrow6" refType="h" fact="0.052"/>
                  <dgm:constr type="w" for="ch" forName="dotArrow6" refType="userD"/>
                  <dgm:constr type="h" for="ch" forName="dotArrow6" refType="userD"/>
                  <dgm:constr type="ctrX" for="ch" forName="dotArrow7" refType="w" fact="0.5657"/>
                  <dgm:constr type="ctrY" for="ch" forName="dotArrow7" refType="h" fact="0.0972"/>
                  <dgm:constr type="w" for="ch" forName="dotArrow7" refType="userD"/>
                  <dgm:constr type="h" for="ch" forName="dotArrow7" refType="userD"/>
                  <dgm:constr type="l" for="ch" forName="parTx1" refType="w" fact="0.1466"/>
                  <dgm:constr type="t" for="ch" forName="parTx1" refType="h" fact="0.9095"/>
                  <dgm:constr type="w" for="ch" forName="parTx1" refType="w" fact="0.294"/>
                  <dgm:constr type="h" for="ch" forName="parTx1" refType="h" fact="0.1222"/>
                  <dgm:constr type="ctrX" for="ch" forName="picture1" refType="w" fact="0.1333"/>
                  <dgm:constr type="ctrY" for="ch" forName="picture1" refType="h" fact="0.8922"/>
                  <dgm:constr type="w" for="ch" forName="picture1" refType="w" fact="0.1363"/>
                  <dgm:constr type="h" for="ch" forName="picture1" refType="h" fact="0.2113"/>
                  <dgm:constr type="l" for="ch" forName="desTx1" refType="r" refFor="ch" refForName="parTx1"/>
                  <dgm:constr type="r" for="ch" forName="desTx1" refType="w"/>
                  <dgm:constr type="t" for="ch" forName="desTx1" refType="t" refFor="ch" refForName="parTx1"/>
                  <dgm:constr type="h" for="ch" forName="desTx1" refType="h" refFor="ch" refForName="parTx1"/>
                  <dgm:constr type="l" for="ch" forName="parTx2" refType="w" fact="0.4105"/>
                  <dgm:constr type="t" for="ch" forName="parTx2" refType="h" fact="0.762"/>
                  <dgm:constr type="w" for="ch" forName="parTx2" refType="w" fact="0.294"/>
                  <dgm:constr type="h" for="ch" forName="parTx2" refType="h" fact="0.1222"/>
                  <dgm:constr type="ctrX" for="ch" forName="picture2" refType="w" fact="0.3972"/>
                  <dgm:constr type="ctrY" for="ch" forName="picture2" refType="h" fact="0.7447"/>
                  <dgm:constr type="w" for="ch" forName="picture2" refType="w" fact="0.1363"/>
                  <dgm:constr type="h" for="ch" forName="picture2" refType="h" fact="0.2113"/>
                  <dgm:constr type="l" for="ch" forName="desTx2" refType="r" refFor="ch" refForName="parTx2"/>
                  <dgm:constr type="r" for="ch" forName="desTx2" refType="w"/>
                  <dgm:constr type="t" for="ch" forName="desTx2" refType="t" refFor="ch" refForName="parTx2"/>
                  <dgm:constr type="h" for="ch" forName="desTx2" refType="h" refFor="ch" refForName="parTx2"/>
                  <dgm:constr type="l" for="ch" forName="parTx3" refType="w" fact="0.5229"/>
                  <dgm:constr type="t" for="ch" forName="parTx3" refType="h" fact="0.5294"/>
                  <dgm:constr type="w" for="ch" forName="parTx3" refType="w" fact="0.294"/>
                  <dgm:constr type="h" for="ch" forName="parTx3" refType="h" fact="0.1222"/>
                  <dgm:constr type="ctrX" for="ch" forName="picture3" refType="w" fact="0.5095"/>
                  <dgm:constr type="ctrY" for="ch" forName="picture3" refType="h" fact="0.5121"/>
                  <dgm:constr type="w" for="ch" forName="picture3" refType="w" fact="0.1363"/>
                  <dgm:constr type="h" for="ch" forName="picture3" refType="h" fact="0.2113"/>
                  <dgm:constr type="l" for="ch" forName="desTx3" refType="r" refFor="ch" refForName="parTx3"/>
                  <dgm:constr type="r" for="ch" forName="desTx3" refType="w"/>
                  <dgm:constr type="t" for="ch" forName="desTx3" refType="t" refFor="ch" refForName="parTx3"/>
                  <dgm:constr type="h" for="ch" forName="desTx3" refType="h" refFor="ch" refForName="parTx3"/>
                  <dgm:constr type="l" for="ch" forName="parTx4" refType="w" fact="0.5722"/>
                  <dgm:constr type="t" for="ch" forName="parTx4" refType="h" fact="0.2523"/>
                  <dgm:constr type="w" for="ch" forName="parTx4" refType="w" fact="0.294"/>
                  <dgm:constr type="h" for="ch" forName="parTx4" refType="h" fact="0.1222"/>
                  <dgm:constr type="ctrX" for="ch" forName="picture4" refType="w" fact="0.5588"/>
                  <dgm:constr type="ctrY" for="ch" forName="picture4" refType="h" fact="0.235"/>
                  <dgm:constr type="w" for="ch" forName="picture4" refType="w" fact="0.1363"/>
                  <dgm:constr type="h" for="ch" forName="picture4" refType="h" fact="0.2113"/>
                  <dgm:constr type="l" for="ch" forName="desTx4" refType="r" refFor="ch" refForName="parTx4"/>
                  <dgm:constr type="r" for="ch" forName="desTx4" refType="w"/>
                  <dgm:constr type="t" for="ch" forName="desTx4" refType="t" refFor="ch" refForName="parTx4"/>
                  <dgm:constr type="h" for="ch" forName="desTx4" refType="h" refFor="ch" refForName="parTx4"/>
                </dgm:constrLst>
              </dgm:if>
              <dgm:else name="Name37">
                <dgm:alg type="composite">
                  <dgm:param type="ar" val="1.2675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primFontSz" for="ch" forName="parTx3" refType="primFontSz" refFor="ch" refForName="parTx1" op="equ"/>
                  <dgm:constr type="primFontSz" for="ch" forName="parTx4" refType="primFontSz" refFor="ch" refForName="parTx1" op="equ"/>
                  <dgm:constr type="userD" refType="w" fact="0.0167"/>
                  <dgm:constr type="ctrX" for="ch" forName="dot1" refType="w" fact="0.3978"/>
                  <dgm:constr type="ctrY" for="ch" forName="dot1" refType="h" fact="0.8215"/>
                  <dgm:constr type="w" for="ch" forName="dot1" refType="userD"/>
                  <dgm:constr type="h" for="ch" forName="dot1" refType="userD"/>
                  <dgm:constr type="ctrX" for="ch" forName="dot2" refType="w" fact="0.3606"/>
                  <dgm:constr type="ctrY" for="ch" forName="dot2" refType="h" fact="0.843"/>
                  <dgm:constr type="w" for="ch" forName="dot2" refType="userD"/>
                  <dgm:constr type="h" for="ch" forName="dot2" refType="userD"/>
                  <dgm:constr type="ctrX" for="ch" forName="dot3" refType="w" fact="0.3223"/>
                  <dgm:constr type="ctrY" for="ch" forName="dot3" refType="h" fact="0.8607"/>
                  <dgm:constr type="w" for="ch" forName="dot3" refType="userD"/>
                  <dgm:constr type="h" for="ch" forName="dot3" refType="userD"/>
                  <dgm:constr type="ctrX" for="ch" forName="dot4" refType="w" fact="0.2829"/>
                  <dgm:constr type="ctrY" for="ch" forName="dot4" refType="h" fact="0.8745"/>
                  <dgm:constr type="w" for="ch" forName="dot4" refType="userD"/>
                  <dgm:constr type="h" for="ch" forName="dot4" refType="userD"/>
                  <dgm:constr type="ctrX" for="ch" forName="dot5" refType="w" fact="0.5717"/>
                  <dgm:constr type="ctrY" for="ch" forName="dot5" refType="h" fact="0.6419"/>
                  <dgm:constr type="w" for="ch" forName="dot5" refType="userD"/>
                  <dgm:constr type="h" for="ch" forName="dot5" refType="userD"/>
                  <dgm:constr type="ctrX" for="ch" forName="dot6" refType="w" fact="0.6709"/>
                  <dgm:constr type="ctrY" for="ch" forName="dot6" refType="h" fact="0.3784"/>
                  <dgm:constr type="w" for="ch" forName="dot6" refType="userD"/>
                  <dgm:constr type="h" for="ch" forName="dot6" refType="userD"/>
                  <dgm:constr type="ctrX" for="ch" forName="dotArrow1" refType="w" fact="0.6441"/>
                  <dgm:constr type="ctrY" for="ch" forName="dotArrow1" refType="h" fact="0.0496"/>
                  <dgm:constr type="w" for="ch" forName="dotArrow1" refType="userD"/>
                  <dgm:constr type="h" for="ch" forName="dotArrow1" refType="userD"/>
                  <dgm:constr type="ctrX" for="ch" forName="dotArrow2" refType="w" fact="0.6679"/>
                  <dgm:constr type="ctrY" for="ch" forName="dotArrow2" refType="h" fact="0.0282"/>
                  <dgm:constr type="w" for="ch" forName="dotArrow2" refType="userD"/>
                  <dgm:constr type="h" for="ch" forName="dotArrow2" refType="userD"/>
                  <dgm:constr type="ctrX" for="ch" forName="dotArrow3" refType="w" fact="0.6917"/>
                  <dgm:constr type="ctrY" for="ch" forName="dotArrow3" refType="h" fact="0.0068"/>
                  <dgm:constr type="w" for="ch" forName="dotArrow3" refType="userD"/>
                  <dgm:constr type="h" for="ch" forName="dotArrow3" refType="userD"/>
                  <dgm:constr type="ctrX" for="ch" forName="dotArrow4" refType="w" fact="0.7155"/>
                  <dgm:constr type="ctrY" for="ch" forName="dotArrow4" refType="h" fact="0.0282"/>
                  <dgm:constr type="w" for="ch" forName="dotArrow4" refType="userD"/>
                  <dgm:constr type="h" for="ch" forName="dotArrow4" refType="userD"/>
                  <dgm:constr type="ctrX" for="ch" forName="dotArrow5" refType="w" fact="0.7394"/>
                  <dgm:constr type="ctrY" for="ch" forName="dotArrow5" refType="h" fact="0.0496"/>
                  <dgm:constr type="w" for="ch" forName="dotArrow5" refType="userD"/>
                  <dgm:constr type="h" for="ch" forName="dotArrow5" refType="userD"/>
                  <dgm:constr type="ctrX" for="ch" forName="dotArrow6" refType="w" fact="0.6917"/>
                  <dgm:constr type="ctrY" for="ch" forName="dotArrow6" refType="h" fact="0.052"/>
                  <dgm:constr type="w" for="ch" forName="dotArrow6" refType="userD"/>
                  <dgm:constr type="h" for="ch" forName="dotArrow6" refType="userD"/>
                  <dgm:constr type="ctrX" for="ch" forName="dotArrow7" refType="w" fact="0.6917"/>
                  <dgm:constr type="ctrY" for="ch" forName="dotArrow7" refType="h" fact="0.0972"/>
                  <dgm:constr type="w" for="ch" forName="dotArrow7" refType="userD"/>
                  <dgm:constr type="h" for="ch" forName="dotArrow7" refType="userD"/>
                  <dgm:constr type="l" for="ch" forName="parTx1" refType="w" fact="0.1793"/>
                  <dgm:constr type="t" for="ch" forName="parTx1" refType="h" fact="0.9064"/>
                  <dgm:constr type="w" for="ch" forName="parTx1" refType="w" fact="0.3595"/>
                  <dgm:constr type="h" for="ch" forName="parTx1" refType="h" fact="0.1222"/>
                  <dgm:constr type="ctrX" for="ch" forName="picture1" refType="w" fact="0.163"/>
                  <dgm:constr type="ctrY" for="ch" forName="picture1" refType="h" fact="0.8922"/>
                  <dgm:constr type="w" for="ch" forName="picture1" refType="w" fact="0.1667"/>
                  <dgm:constr type="h" for="ch" forName="picture1" refType="h" fact="0.2113"/>
                  <dgm:constr type="l" for="ch" forName="parTx2" refType="w" fact="0.502"/>
                  <dgm:constr type="t" for="ch" forName="parTx2" refType="h" fact="0.7589"/>
                  <dgm:constr type="w" for="ch" forName="parTx2" refType="w" fact="0.3595"/>
                  <dgm:constr type="h" for="ch" forName="parTx2" refType="h" fact="0.1222"/>
                  <dgm:constr type="ctrX" for="ch" forName="picture2" refType="w" fact="0.4857"/>
                  <dgm:constr type="ctrY" for="ch" forName="picture2" refType="h" fact="0.7447"/>
                  <dgm:constr type="w" for="ch" forName="picture2" refType="w" fact="0.1667"/>
                  <dgm:constr type="h" for="ch" forName="picture2" refType="h" fact="0.2113"/>
                  <dgm:constr type="l" for="ch" forName="parTx3" refType="w" fact="0.6394"/>
                  <dgm:constr type="t" for="ch" forName="parTx3" refType="h" fact="0.5263"/>
                  <dgm:constr type="w" for="ch" forName="parTx3" refType="w" fact="0.3595"/>
                  <dgm:constr type="h" for="ch" forName="parTx3" refType="h" fact="0.1222"/>
                  <dgm:constr type="ctrX" for="ch" forName="picture3" refType="w" fact="0.6231"/>
                  <dgm:constr type="ctrY" for="ch" forName="picture3" refType="h" fact="0.5121"/>
                  <dgm:constr type="w" for="ch" forName="picture3" refType="w" fact="0.1667"/>
                  <dgm:constr type="h" for="ch" forName="picture3" refType="h" fact="0.2113"/>
                  <dgm:constr type="l" for="ch" forName="parTx4" refType="w" fact="0.6997"/>
                  <dgm:constr type="t" for="ch" forName="parTx4" refType="h" fact="0.2492"/>
                  <dgm:constr type="w" for="ch" forName="parTx4" refType="w" fact="0.3595"/>
                  <dgm:constr type="h" for="ch" forName="parTx4" refType="h" fact="0.1222"/>
                  <dgm:constr type="ctrX" for="ch" forName="picture4" refType="w" fact="0.6834"/>
                  <dgm:constr type="ctrY" for="ch" forName="picture4" refType="h" fact="0.235"/>
                  <dgm:constr type="w" for="ch" forName="picture4" refType="w" fact="0.1667"/>
                  <dgm:constr type="h" for="ch" forName="picture4" refType="h" fact="0.2113"/>
                </dgm:constrLst>
              </dgm:else>
            </dgm:choose>
          </dgm:if>
          <dgm:else name="Name38">
            <dgm:choose name="Name39">
              <dgm:if name="Name40" axis="des" func="maxDepth" op="gt" val="1">
                <dgm:alg type="composite">
                  <dgm:param type="ar" val="1.55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primFontSz" for="ch" forName="parTx3" refType="primFontSz" refFor="ch" refForName="parTx1" op="equ"/>
                  <dgm:constr type="primFontSz" for="ch" forName="parTx4" refType="primFontSz" refFor="ch" refForName="parTx1" op="equ"/>
                  <dgm:constr type="primFontSz" for="ch" forName="desTx1" op="equ" val="65"/>
                  <dgm:constr type="primFontSz" for="ch" forName="desTx2" refType="primFontSz" refFor="ch" refForName="desTx1" op="equ"/>
                  <dgm:constr type="primFontSz" for="ch" forName="desTx3" refType="primFontSz" refFor="ch" refForName="desTx1" op="equ"/>
                  <dgm:constr type="primFontSz" for="ch" forName="desTx4" refType="primFontSz" refFor="ch" refForName="desTx1" op="equ"/>
                  <dgm:constr type="userD" refType="w" fact="0.0136"/>
                  <dgm:constr type="ctrX" for="ch" forName="dot1" refType="w" fact="0.6747"/>
                  <dgm:constr type="ctrY" for="ch" forName="dot1" refType="h" fact="0.8215"/>
                  <dgm:constr type="w" for="ch" forName="dot1" refType="userD"/>
                  <dgm:constr type="h" for="ch" forName="dot1" refType="userD"/>
                  <dgm:constr type="ctrX" for="ch" forName="dot2" refType="w" fact="0.7051"/>
                  <dgm:constr type="ctrY" for="ch" forName="dot2" refType="h" fact="0.843"/>
                  <dgm:constr type="w" for="ch" forName="dot2" refType="userD"/>
                  <dgm:constr type="h" for="ch" forName="dot2" refType="userD"/>
                  <dgm:constr type="ctrX" for="ch" forName="dot3" refType="w" fact="0.7365"/>
                  <dgm:constr type="ctrY" for="ch" forName="dot3" refType="h" fact="0.8607"/>
                  <dgm:constr type="w" for="ch" forName="dot3" refType="userD"/>
                  <dgm:constr type="h" for="ch" forName="dot3" refType="userD"/>
                  <dgm:constr type="ctrX" for="ch" forName="dot4" refType="w" fact="0.7687"/>
                  <dgm:constr type="ctrY" for="ch" forName="dot4" refType="h" fact="0.8745"/>
                  <dgm:constr type="w" for="ch" forName="dot4" refType="userD"/>
                  <dgm:constr type="h" for="ch" forName="dot4" refType="userD"/>
                  <dgm:constr type="ctrX" for="ch" forName="dot5" refType="w" fact="0.5325"/>
                  <dgm:constr type="ctrY" for="ch" forName="dot5" refType="h" fact="0.6419"/>
                  <dgm:constr type="w" for="ch" forName="dot5" refType="userD"/>
                  <dgm:constr type="h" for="ch" forName="dot5" refType="userD"/>
                  <dgm:constr type="ctrX" for="ch" forName="dot6" refType="w" fact="0.4514"/>
                  <dgm:constr type="ctrY" for="ch" forName="dot6" refType="h" fact="0.3784"/>
                  <dgm:constr type="w" for="ch" forName="dot6" refType="userD"/>
                  <dgm:constr type="h" for="ch" forName="dot6" refType="userD"/>
                  <dgm:constr type="ctrX" for="ch" forName="dotArrow1" refType="w" fact="0.4733"/>
                  <dgm:constr type="ctrY" for="ch" forName="dotArrow1" refType="h" fact="0.0496"/>
                  <dgm:constr type="w" for="ch" forName="dotArrow1" refType="userD"/>
                  <dgm:constr type="h" for="ch" forName="dotArrow1" refType="userD"/>
                  <dgm:constr type="ctrX" for="ch" forName="dotArrow2" refType="w" fact="0.4538"/>
                  <dgm:constr type="ctrY" for="ch" forName="dotArrow2" refType="h" fact="0.0282"/>
                  <dgm:constr type="w" for="ch" forName="dotArrow2" refType="userD"/>
                  <dgm:constr type="h" for="ch" forName="dotArrow2" refType="userD"/>
                  <dgm:constr type="ctrX" for="ch" forName="dotArrow3" refType="w" fact="0.4343"/>
                  <dgm:constr type="ctrY" for="ch" forName="dotArrow3" refType="h" fact="0.0068"/>
                  <dgm:constr type="w" for="ch" forName="dotArrow3" refType="userD"/>
                  <dgm:constr type="h" for="ch" forName="dotArrow3" refType="userD"/>
                  <dgm:constr type="ctrX" for="ch" forName="dotArrow4" refType="w" fact="0.4149"/>
                  <dgm:constr type="ctrY" for="ch" forName="dotArrow4" refType="h" fact="0.0282"/>
                  <dgm:constr type="w" for="ch" forName="dotArrow4" refType="userD"/>
                  <dgm:constr type="h" for="ch" forName="dotArrow4" refType="userD"/>
                  <dgm:constr type="ctrX" for="ch" forName="dotArrow5" refType="w" fact="0.3954"/>
                  <dgm:constr type="ctrY" for="ch" forName="dotArrow5" refType="h" fact="0.0496"/>
                  <dgm:constr type="w" for="ch" forName="dotArrow5" refType="userD"/>
                  <dgm:constr type="h" for="ch" forName="dotArrow5" refType="userD"/>
                  <dgm:constr type="ctrX" for="ch" forName="dotArrow6" refType="w" fact="0.4343"/>
                  <dgm:constr type="ctrY" for="ch" forName="dotArrow6" refType="h" fact="0.052"/>
                  <dgm:constr type="w" for="ch" forName="dotArrow6" refType="userD"/>
                  <dgm:constr type="h" for="ch" forName="dotArrow6" refType="userD"/>
                  <dgm:constr type="ctrX" for="ch" forName="dotArrow7" refType="w" fact="0.4343"/>
                  <dgm:constr type="ctrY" for="ch" forName="dotArrow7" refType="h" fact="0.0972"/>
                  <dgm:constr type="w" for="ch" forName="dotArrow7" refType="userD"/>
                  <dgm:constr type="h" for="ch" forName="dotArrow7" refType="userD"/>
                  <dgm:constr type="r" for="ch" forName="parTx1" refType="w" fact="0.8534"/>
                  <dgm:constr type="t" for="ch" forName="parTx1" refType="h" fact="0.9095"/>
                  <dgm:constr type="w" for="ch" forName="parTx1" refType="w" fact="0.294"/>
                  <dgm:constr type="h" for="ch" forName="parTx1" refType="h" fact="0.1222"/>
                  <dgm:constr type="ctrX" for="ch" forName="picture1" refType="w" fact="0.8667"/>
                  <dgm:constr type="ctrY" for="ch" forName="picture1" refType="h" fact="0.8922"/>
                  <dgm:constr type="w" for="ch" forName="picture1" refType="w" fact="0.1363"/>
                  <dgm:constr type="h" for="ch" forName="picture1" refType="h" fact="0.2113"/>
                  <dgm:constr type="r" for="ch" forName="desTx1" refType="l" refFor="ch" refForName="parTx1"/>
                  <dgm:constr type="l" for="ch" forName="desTx1"/>
                  <dgm:constr type="t" for="ch" forName="desTx1" refType="t" refFor="ch" refForName="parTx1"/>
                  <dgm:constr type="h" for="ch" forName="desTx1" refType="h" refFor="ch" refForName="parTx1"/>
                  <dgm:constr type="r" for="ch" forName="parTx2" refType="w" fact="0.5895"/>
                  <dgm:constr type="t" for="ch" forName="parTx2" refType="h" fact="0.762"/>
                  <dgm:constr type="w" for="ch" forName="parTx2" refType="w" fact="0.294"/>
                  <dgm:constr type="h" for="ch" forName="parTx2" refType="h" fact="0.1222"/>
                  <dgm:constr type="ctrX" for="ch" forName="picture2" refType="w" fact="0.6028"/>
                  <dgm:constr type="ctrY" for="ch" forName="picture2" refType="h" fact="0.7447"/>
                  <dgm:constr type="w" for="ch" forName="picture2" refType="w" fact="0.1363"/>
                  <dgm:constr type="h" for="ch" forName="picture2" refType="h" fact="0.2113"/>
                  <dgm:constr type="r" for="ch" forName="desTx2" refType="l" refFor="ch" refForName="parTx2"/>
                  <dgm:constr type="l" for="ch" forName="desTx2"/>
                  <dgm:constr type="t" for="ch" forName="desTx2" refType="t" refFor="ch" refForName="parTx2"/>
                  <dgm:constr type="h" for="ch" forName="desTx2" refType="h" refFor="ch" refForName="parTx2"/>
                  <dgm:constr type="r" for="ch" forName="parTx3" refType="w" fact="0.4771"/>
                  <dgm:constr type="t" for="ch" forName="parTx3" refType="h" fact="0.5294"/>
                  <dgm:constr type="w" for="ch" forName="parTx3" refType="w" fact="0.294"/>
                  <dgm:constr type="h" for="ch" forName="parTx3" refType="h" fact="0.1222"/>
                  <dgm:constr type="ctrX" for="ch" forName="picture3" refType="w" fact="0.4905"/>
                  <dgm:constr type="ctrY" for="ch" forName="picture3" refType="h" fact="0.5121"/>
                  <dgm:constr type="w" for="ch" forName="picture3" refType="w" fact="0.1363"/>
                  <dgm:constr type="h" for="ch" forName="picture3" refType="h" fact="0.2113"/>
                  <dgm:constr type="r" for="ch" forName="desTx3" refType="l" refFor="ch" refForName="parTx3"/>
                  <dgm:constr type="l" for="ch" forName="desTx3"/>
                  <dgm:constr type="t" for="ch" forName="desTx3" refType="t" refFor="ch" refForName="parTx3"/>
                  <dgm:constr type="h" for="ch" forName="desTx3" refType="h" refFor="ch" refForName="parTx3"/>
                  <dgm:constr type="r" for="ch" forName="parTx4" refType="w" fact="0.4278"/>
                  <dgm:constr type="t" for="ch" forName="parTx4" refType="h" fact="0.2523"/>
                  <dgm:constr type="w" for="ch" forName="parTx4" refType="w" fact="0.294"/>
                  <dgm:constr type="h" for="ch" forName="parTx4" refType="h" fact="0.1222"/>
                  <dgm:constr type="ctrX" for="ch" forName="picture4" refType="w" fact="0.4412"/>
                  <dgm:constr type="ctrY" for="ch" forName="picture4" refType="h" fact="0.235"/>
                  <dgm:constr type="w" for="ch" forName="picture4" refType="w" fact="0.1363"/>
                  <dgm:constr type="h" for="ch" forName="picture4" refType="h" fact="0.2113"/>
                  <dgm:constr type="r" for="ch" forName="desTx4" refType="l" refFor="ch" refForName="parTx4"/>
                  <dgm:constr type="l" for="ch" forName="desTx4"/>
                  <dgm:constr type="t" for="ch" forName="desTx4" refType="t" refFor="ch" refForName="parTx4"/>
                  <dgm:constr type="h" for="ch" forName="desTx4" refType="h" refFor="ch" refForName="parTx4"/>
                </dgm:constrLst>
              </dgm:if>
              <dgm:else name="Name41">
                <dgm:alg type="composite">
                  <dgm:param type="ar" val="1.2675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primFontSz" for="ch" forName="parTx3" refType="primFontSz" refFor="ch" refForName="parTx1" op="equ"/>
                  <dgm:constr type="primFontSz" for="ch" forName="parTx4" refType="primFontSz" refFor="ch" refForName="parTx1" op="equ"/>
                  <dgm:constr type="userD" refType="w" fact="0.0167"/>
                  <dgm:constr type="ctrX" for="ch" forName="dot1" refType="w" fact="0.6022"/>
                  <dgm:constr type="ctrY" for="ch" forName="dot1" refType="h" fact="0.8215"/>
                  <dgm:constr type="w" for="ch" forName="dot1" refType="userD"/>
                  <dgm:constr type="h" for="ch" forName="dot1" refType="userD"/>
                  <dgm:constr type="ctrX" for="ch" forName="dot2" refType="w" fact="0.6394"/>
                  <dgm:constr type="ctrY" for="ch" forName="dot2" refType="h" fact="0.843"/>
                  <dgm:constr type="w" for="ch" forName="dot2" refType="userD"/>
                  <dgm:constr type="h" for="ch" forName="dot2" refType="userD"/>
                  <dgm:constr type="ctrX" for="ch" forName="dot3" refType="w" fact="0.6777"/>
                  <dgm:constr type="ctrY" for="ch" forName="dot3" refType="h" fact="0.8607"/>
                  <dgm:constr type="w" for="ch" forName="dot3" refType="userD"/>
                  <dgm:constr type="h" for="ch" forName="dot3" refType="userD"/>
                  <dgm:constr type="ctrX" for="ch" forName="dot4" refType="w" fact="0.7171"/>
                  <dgm:constr type="ctrY" for="ch" forName="dot4" refType="h" fact="0.8745"/>
                  <dgm:constr type="w" for="ch" forName="dot4" refType="userD"/>
                  <dgm:constr type="h" for="ch" forName="dot4" refType="userD"/>
                  <dgm:constr type="ctrX" for="ch" forName="dot5" refType="w" fact="0.4283"/>
                  <dgm:constr type="ctrY" for="ch" forName="dot5" refType="h" fact="0.6419"/>
                  <dgm:constr type="w" for="ch" forName="dot5" refType="userD"/>
                  <dgm:constr type="h" for="ch" forName="dot5" refType="userD"/>
                  <dgm:constr type="ctrX" for="ch" forName="dot6" refType="w" fact="0.3291"/>
                  <dgm:constr type="ctrY" for="ch" forName="dot6" refType="h" fact="0.3784"/>
                  <dgm:constr type="w" for="ch" forName="dot6" refType="userD"/>
                  <dgm:constr type="h" for="ch" forName="dot6" refType="userD"/>
                  <dgm:constr type="ctrX" for="ch" forName="dotArrow1" refType="w" fact="0.3559"/>
                  <dgm:constr type="ctrY" for="ch" forName="dotArrow1" refType="h" fact="0.0496"/>
                  <dgm:constr type="w" for="ch" forName="dotArrow1" refType="userD"/>
                  <dgm:constr type="h" for="ch" forName="dotArrow1" refType="userD"/>
                  <dgm:constr type="ctrX" for="ch" forName="dotArrow2" refType="w" fact="0.3321"/>
                  <dgm:constr type="ctrY" for="ch" forName="dotArrow2" refType="h" fact="0.0282"/>
                  <dgm:constr type="w" for="ch" forName="dotArrow2" refType="userD"/>
                  <dgm:constr type="h" for="ch" forName="dotArrow2" refType="userD"/>
                  <dgm:constr type="ctrX" for="ch" forName="dotArrow3" refType="w" fact="0.3083"/>
                  <dgm:constr type="ctrY" for="ch" forName="dotArrow3" refType="h" fact="0.0068"/>
                  <dgm:constr type="w" for="ch" forName="dotArrow3" refType="userD"/>
                  <dgm:constr type="h" for="ch" forName="dotArrow3" refType="userD"/>
                  <dgm:constr type="ctrX" for="ch" forName="dotArrow4" refType="w" fact="0.2845"/>
                  <dgm:constr type="ctrY" for="ch" forName="dotArrow4" refType="h" fact="0.0282"/>
                  <dgm:constr type="w" for="ch" forName="dotArrow4" refType="userD"/>
                  <dgm:constr type="h" for="ch" forName="dotArrow4" refType="userD"/>
                  <dgm:constr type="ctrX" for="ch" forName="dotArrow5" refType="w" fact="0.2606"/>
                  <dgm:constr type="ctrY" for="ch" forName="dotArrow5" refType="h" fact="0.0496"/>
                  <dgm:constr type="w" for="ch" forName="dotArrow5" refType="userD"/>
                  <dgm:constr type="h" for="ch" forName="dotArrow5" refType="userD"/>
                  <dgm:constr type="ctrX" for="ch" forName="dotArrow6" refType="w" fact="0.3083"/>
                  <dgm:constr type="ctrY" for="ch" forName="dotArrow6" refType="h" fact="0.052"/>
                  <dgm:constr type="w" for="ch" forName="dotArrow6" refType="userD"/>
                  <dgm:constr type="h" for="ch" forName="dotArrow6" refType="userD"/>
                  <dgm:constr type="ctrX" for="ch" forName="dotArrow7" refType="w" fact="0.3083"/>
                  <dgm:constr type="ctrY" for="ch" forName="dotArrow7" refType="h" fact="0.0972"/>
                  <dgm:constr type="w" for="ch" forName="dotArrow7" refType="userD"/>
                  <dgm:constr type="h" for="ch" forName="dotArrow7" refType="userD"/>
                  <dgm:constr type="r" for="ch" forName="parTx1" refType="w" fact="0.8207"/>
                  <dgm:constr type="t" for="ch" forName="parTx1" refType="h" fact="0.9064"/>
                  <dgm:constr type="w" for="ch" forName="parTx1" refType="w" fact="0.3595"/>
                  <dgm:constr type="h" for="ch" forName="parTx1" refType="h" fact="0.1222"/>
                  <dgm:constr type="ctrX" for="ch" forName="picture1" refType="w" fact="0.837"/>
                  <dgm:constr type="ctrY" for="ch" forName="picture1" refType="h" fact="0.8922"/>
                  <dgm:constr type="w" for="ch" forName="picture1" refType="w" fact="0.1667"/>
                  <dgm:constr type="h" for="ch" forName="picture1" refType="h" fact="0.2113"/>
                  <dgm:constr type="r" for="ch" forName="parTx2" refType="w" fact="0.498"/>
                  <dgm:constr type="t" for="ch" forName="parTx2" refType="h" fact="0.7589"/>
                  <dgm:constr type="w" for="ch" forName="parTx2" refType="w" fact="0.3595"/>
                  <dgm:constr type="h" for="ch" forName="parTx2" refType="h" fact="0.1222"/>
                  <dgm:constr type="ctrX" for="ch" forName="picture2" refType="w" fact="0.5143"/>
                  <dgm:constr type="ctrY" for="ch" forName="picture2" refType="h" fact="0.7447"/>
                  <dgm:constr type="w" for="ch" forName="picture2" refType="w" fact="0.1667"/>
                  <dgm:constr type="h" for="ch" forName="picture2" refType="h" fact="0.2113"/>
                  <dgm:constr type="r" for="ch" forName="parTx3" refType="w" fact="0.3606"/>
                  <dgm:constr type="t" for="ch" forName="parTx3" refType="h" fact="0.5263"/>
                  <dgm:constr type="w" for="ch" forName="parTx3" refType="w" fact="0.3595"/>
                  <dgm:constr type="h" for="ch" forName="parTx3" refType="h" fact="0.1222"/>
                  <dgm:constr type="ctrX" for="ch" forName="picture3" refType="w" fact="0.3769"/>
                  <dgm:constr type="ctrY" for="ch" forName="picture3" refType="h" fact="0.5121"/>
                  <dgm:constr type="w" for="ch" forName="picture3" refType="w" fact="0.1667"/>
                  <dgm:constr type="h" for="ch" forName="picture3" refType="h" fact="0.2113"/>
                  <dgm:constr type="r" for="ch" forName="parTx4" refType="w" fact="0.3003"/>
                  <dgm:constr type="t" for="ch" forName="parTx4" refType="h" fact="0.2492"/>
                  <dgm:constr type="w" for="ch" forName="parTx4" refType="w" fact="0.3595"/>
                  <dgm:constr type="h" for="ch" forName="parTx4" refType="h" fact="0.1222"/>
                  <dgm:constr type="ctrX" for="ch" forName="picture4" refType="w" fact="0.3166"/>
                  <dgm:constr type="ctrY" for="ch" forName="picture4" refType="h" fact="0.235"/>
                  <dgm:constr type="w" for="ch" forName="picture4" refType="w" fact="0.1667"/>
                  <dgm:constr type="h" for="ch" forName="picture4" refType="h" fact="0.2113"/>
                </dgm:constrLst>
              </dgm:else>
            </dgm:choose>
          </dgm:else>
        </dgm:choose>
      </dgm:if>
      <dgm:if name="Name42" axis="ch" ptType="node" func="cnt" op="equ" val="5">
        <dgm:choose name="Name43">
          <dgm:if name="Name44" func="var" arg="dir" op="equ" val="norm">
            <dgm:choose name="Name45">
              <dgm:if name="Name46" axis="des" func="maxDepth" op="gt" val="1">
                <dgm:alg type="composite">
                  <dgm:param type="ar" val="1.41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primFontSz" for="ch" forName="parTx3" refType="primFontSz" refFor="ch" refForName="parTx1" op="equ"/>
                  <dgm:constr type="primFontSz" for="ch" forName="parTx4" refType="primFontSz" refFor="ch" refForName="parTx1" op="equ"/>
                  <dgm:constr type="primFontSz" for="ch" forName="parTx5" refType="primFontSz" refFor="ch" refForName="parTx1" op="equ"/>
                  <dgm:constr type="primFontSz" for="ch" forName="desTx1" op="equ" val="65"/>
                  <dgm:constr type="primFontSz" for="ch" forName="desTx2" refType="primFontSz" refFor="ch" refForName="desTx1" op="equ"/>
                  <dgm:constr type="primFontSz" for="ch" forName="desTx3" refType="primFontSz" refFor="ch" refForName="desTx1" op="equ"/>
                  <dgm:constr type="primFontSz" for="ch" forName="desTx4" refType="primFontSz" refFor="ch" refForName="desTx1" op="equ"/>
                  <dgm:constr type="primFontSz" for="ch" forName="desTx5" refType="primFontSz" refFor="ch" refForName="desTx1" op="equ"/>
                  <dgm:constr type="userD" refType="w" fact="0.0118"/>
                  <dgm:constr type="ctrX" for="ch" forName="dot1" refType="w" fact="0.3263"/>
                  <dgm:constr type="ctrY" for="ch" forName="dot1" refType="h" fact="0.8674"/>
                  <dgm:constr type="w" for="ch" forName="dot1" refType="userD"/>
                  <dgm:constr type="h" for="ch" forName="dot1" refType="userD"/>
                  <dgm:constr type="ctrX" for="ch" forName="dot2" refType="w" fact="0.3001"/>
                  <dgm:constr type="ctrY" for="ch" forName="dot2" refType="h" fact="0.8824"/>
                  <dgm:constr type="w" for="ch" forName="dot2" refType="userD"/>
                  <dgm:constr type="h" for="ch" forName="dot2" refType="userD"/>
                  <dgm:constr type="ctrX" for="ch" forName="dot3" refType="w" fact="0.2733"/>
                  <dgm:constr type="ctrY" for="ch" forName="dot3" refType="h" fact="0.8948"/>
                  <dgm:constr type="w" for="ch" forName="dot3" refType="userD"/>
                  <dgm:constr type="h" for="ch" forName="dot3" refType="userD"/>
                  <dgm:constr type="ctrX" for="ch" forName="dot4" refType="w" fact="0.2462"/>
                  <dgm:constr type="ctrY" for="ch" forName="dot4" refType="h" fact="0.9044"/>
                  <dgm:constr type="w" for="ch" forName="dot4" refType="userD"/>
                  <dgm:constr type="h" for="ch" forName="dot4" refType="userD"/>
                  <dgm:constr type="ctrX" for="ch" forName="dot5" refType="w" fact="0.4691"/>
                  <dgm:constr type="ctrY" for="ch" forName="dot5" refType="h" fact="0.7222"/>
                  <dgm:constr type="w" for="ch" forName="dot5" refType="userD"/>
                  <dgm:constr type="h" for="ch" forName="dot5" refType="userD"/>
                  <dgm:constr type="ctrX" for="ch" forName="dot6" refType="w" fact="0.4484"/>
                  <dgm:constr type="ctrY" for="ch" forName="dot6" refType="h" fact="0.7518"/>
                  <dgm:constr type="w" for="ch" forName="dot6" refType="userD"/>
                  <dgm:constr type="h" for="ch" forName="dot6" refType="userD"/>
                  <dgm:constr type="ctrX" for="ch" forName="dot7" refType="w" fact="0.5549"/>
                  <dgm:constr type="ctrY" for="ch" forName="dot7" refType="h" fact="0.5422"/>
                  <dgm:constr type="w" for="ch" forName="dot7" refType="userD"/>
                  <dgm:constr type="h" for="ch" forName="dot7" refType="userD"/>
                  <dgm:constr type="ctrX" for="ch" forName="dot8" refType="w" fact="0.601"/>
                  <dgm:constr type="ctrY" for="ch" forName="dot8" refType="h" fact="0.3229"/>
                  <dgm:constr type="w" for="ch" forName="dot8" refType="userD"/>
                  <dgm:constr type="h" for="ch" forName="dot8" refType="userD"/>
                  <dgm:constr type="ctrX" for="ch" forName="dotArrow1" refType="w" fact="0.5779"/>
                  <dgm:constr type="ctrY" for="ch" forName="dotArrow1" refType="h" fact="0.0635"/>
                  <dgm:constr type="w" for="ch" forName="dotArrow1" refType="userD"/>
                  <dgm:constr type="h" for="ch" forName="dotArrow1" refType="userD"/>
                  <dgm:constr type="ctrX" for="ch" forName="dotArrow2" refType="w" fact="0.5951"/>
                  <dgm:constr type="ctrY" for="ch" forName="dotArrow2" refType="h" fact="0.0448"/>
                  <dgm:constr type="w" for="ch" forName="dotArrow2" refType="userD"/>
                  <dgm:constr type="h" for="ch" forName="dotArrow2" refType="userD"/>
                  <dgm:constr type="ctrX" for="ch" forName="dotArrow3" refType="w" fact="0.6123"/>
                  <dgm:constr type="ctrY" for="ch" forName="dotArrow3" refType="h" fact="0.026"/>
                  <dgm:constr type="w" for="ch" forName="dotArrow3" refType="userD"/>
                  <dgm:constr type="h" for="ch" forName="dotArrow3" refType="userD"/>
                  <dgm:constr type="ctrX" for="ch" forName="dotArrow4" refType="w" fact="0.6295"/>
                  <dgm:constr type="ctrY" for="ch" forName="dotArrow4" refType="h" fact="0.0448"/>
                  <dgm:constr type="w" for="ch" forName="dotArrow4" refType="userD"/>
                  <dgm:constr type="h" for="ch" forName="dotArrow4" refType="userD"/>
                  <dgm:constr type="ctrX" for="ch" forName="dotArrow5" refType="w" fact="0.6467"/>
                  <dgm:constr type="ctrY" for="ch" forName="dotArrow5" refType="h" fact="0.0635"/>
                  <dgm:constr type="w" for="ch" forName="dotArrow5" refType="userD"/>
                  <dgm:constr type="h" for="ch" forName="dotArrow5" refType="userD"/>
                  <dgm:constr type="ctrX" for="ch" forName="dotArrow6" refType="w" fact="0.6123"/>
                  <dgm:constr type="ctrY" for="ch" forName="dotArrow6" refType="h" fact="0.0656"/>
                  <dgm:constr type="w" for="ch" forName="dotArrow6" refType="userD"/>
                  <dgm:constr type="h" for="ch" forName="dotArrow6" refType="userD"/>
                  <dgm:constr type="ctrX" for="ch" forName="dotArrow7" refType="w" fact="0.6123"/>
                  <dgm:constr type="ctrY" for="ch" forName="dotArrow7" refType="h" fact="0.1052"/>
                  <dgm:constr type="w" for="ch" forName="dotArrow7" refType="userD"/>
                  <dgm:constr type="h" for="ch" forName="dotArrow7" refType="userD"/>
                  <dgm:constr type="l" for="ch" forName="parTx1" refType="w" fact="0.1746"/>
                  <dgm:constr type="t" for="ch" forName="parTx1" refType="h" fact="0.9304"/>
                  <dgm:constr type="w" for="ch" forName="parTx1" refType="w" fact="0.2544"/>
                  <dgm:constr type="h" for="ch" forName="parTx1" refType="h" fact="0.0962"/>
                  <dgm:constr type="ctrX" for="ch" forName="picture1" refType="w" fact="0.1631"/>
                  <dgm:constr type="ctrY" for="ch" forName="picture1" refType="h" fact="0.9169"/>
                  <dgm:constr type="w" for="ch" forName="picture1" refType="w" fact="0.118"/>
                  <dgm:constr type="h" for="ch" forName="picture1" refType="h" fact="0.1663"/>
                  <dgm:constr type="l" for="ch" forName="desTx1" refType="r" refFor="ch" refForName="parTx1"/>
                  <dgm:constr type="r" for="ch" forName="desTx1" refType="w"/>
                  <dgm:constr type="t" for="ch" forName="desTx1" refType="t" refFor="ch" refForName="parTx1"/>
                  <dgm:constr type="h" for="ch" forName="desTx1" refType="h" refFor="ch" refForName="parTx1"/>
                  <dgm:constr type="l" for="ch" forName="parTx2" refType="w" fact="0.3982"/>
                  <dgm:constr type="t" for="ch" forName="parTx2" refType="h" fact="0.8167"/>
                  <dgm:constr type="w" for="ch" forName="parTx2" refType="w" fact="0.2544"/>
                  <dgm:constr type="h" for="ch" forName="parTx2" refType="h" fact="0.0962"/>
                  <dgm:constr type="ctrX" for="ch" forName="picture2" refType="w" fact="0.3866"/>
                  <dgm:constr type="ctrY" for="ch" forName="picture2" refType="h" fact="0.8032"/>
                  <dgm:constr type="w" for="ch" forName="picture2" refType="w" fact="0.118"/>
                  <dgm:constr type="h" for="ch" forName="picture2" refType="h" fact="0.1663"/>
                  <dgm:constr type="l" for="ch" forName="desTx2" refType="r" refFor="ch" refForName="parTx2"/>
                  <dgm:constr type="r" for="ch" forName="desTx2" refType="w"/>
                  <dgm:constr type="t" for="ch" forName="desTx2" refType="t" refFor="ch" refForName="parTx2"/>
                  <dgm:constr type="h" for="ch" forName="desTx2" refType="h" refFor="ch" refForName="parTx2"/>
                  <dgm:constr type="l" for="ch" forName="parTx3" refType="w" fact="0.5194"/>
                  <dgm:constr type="t" for="ch" forName="parTx3" refType="h" fact="0.6524"/>
                  <dgm:constr type="w" for="ch" forName="parTx3" refType="w" fact="0.2544"/>
                  <dgm:constr type="h" for="ch" forName="parTx3" refType="h" fact="0.0962"/>
                  <dgm:constr type="ctrX" for="ch" forName="picture3" refType="w" fact="0.5078"/>
                  <dgm:constr type="ctrY" for="ch" forName="picture3" refType="h" fact="0.6389"/>
                  <dgm:constr type="w" for="ch" forName="picture3" refType="w" fact="0.118"/>
                  <dgm:constr type="h" for="ch" forName="picture3" refType="h" fact="0.1663"/>
                  <dgm:constr type="l" for="ch" forName="desTx3" refType="r" refFor="ch" refForName="parTx3"/>
                  <dgm:constr type="r" for="ch" forName="desTx3" refType="w"/>
                  <dgm:constr type="t" for="ch" forName="desTx3" refType="t" refFor="ch" refForName="parTx3"/>
                  <dgm:constr type="h" for="ch" forName="desTx3" refType="h" refFor="ch" refForName="parTx3"/>
                  <dgm:constr type="l" for="ch" forName="parTx4" refType="w" fact="0.5827"/>
                  <dgm:constr type="t" for="ch" forName="parTx4" refType="h" fact="0.4412"/>
                  <dgm:constr type="w" for="ch" forName="parTx4" refType="w" fact="0.2544"/>
                  <dgm:constr type="h" for="ch" forName="parTx4" refType="h" fact="0.0962"/>
                  <dgm:constr type="ctrX" for="ch" forName="picture4" refType="w" fact="0.5712"/>
                  <dgm:constr type="ctrY" for="ch" forName="picture4" refType="h" fact="0.4277"/>
                  <dgm:constr type="w" for="ch" forName="picture4" refType="w" fact="0.118"/>
                  <dgm:constr type="h" for="ch" forName="picture4" refType="h" fact="0.1663"/>
                  <dgm:constr type="l" for="ch" forName="desTx4" refType="r" refFor="ch" refForName="parTx4"/>
                  <dgm:constr type="r" for="ch" forName="desTx4" refType="w"/>
                  <dgm:constr type="t" for="ch" forName="desTx4" refType="t" refFor="ch" refForName="parTx4"/>
                  <dgm:constr type="h" for="ch" forName="desTx4" refType="h" refFor="ch" refForName="parTx4"/>
                  <dgm:constr type="l" for="ch" forName="parTx5" refType="w" fact="0.618"/>
                  <dgm:constr type="t" for="ch" forName="parTx5" refType="h" fact="0.2262"/>
                  <dgm:constr type="w" for="ch" forName="parTx5" refType="w" fact="0.2544"/>
                  <dgm:constr type="h" for="ch" forName="parTx5" refType="h" fact="0.0962"/>
                  <dgm:constr type="ctrX" for="ch" forName="picture5" refType="w" fact="0.6064"/>
                  <dgm:constr type="ctrY" for="ch" forName="picture5" refType="h" fact="0.2127"/>
                  <dgm:constr type="w" for="ch" forName="picture5" refType="w" fact="0.118"/>
                  <dgm:constr type="h" for="ch" forName="picture5" refType="h" fact="0.1663"/>
                  <dgm:constr type="l" for="ch" forName="desTx5" refType="r" refFor="ch" refForName="parTx5"/>
                  <dgm:constr type="r" for="ch" forName="desTx5" refType="w"/>
                  <dgm:constr type="t" for="ch" forName="desTx5" refType="t" refFor="ch" refForName="parTx5"/>
                  <dgm:constr type="h" for="ch" forName="desTx5" refType="h" refFor="ch" refForName="parTx5"/>
                </dgm:constrLst>
              </dgm:if>
              <dgm:else name="Name47">
                <dgm:alg type="composite">
                  <dgm:param type="ar" val="1.1643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primFontSz" for="ch" forName="parTx3" refType="primFontSz" refFor="ch" refForName="parTx1" op="equ"/>
                  <dgm:constr type="primFontSz" for="ch" forName="parTx4" refType="primFontSz" refFor="ch" refForName="parTx1" op="equ"/>
                  <dgm:constr type="primFontSz" for="ch" forName="parTx5" refType="primFontSz" refFor="ch" refForName="parTx1" op="equ"/>
                  <dgm:constr type="userD" refType="w" fact="0.0143"/>
                  <dgm:constr type="ctrX" for="ch" forName="dot1" refType="w" fact="0.3951"/>
                  <dgm:constr type="ctrY" for="ch" forName="dot1" refType="h" fact="0.8674"/>
                  <dgm:constr type="w" for="ch" forName="dot1" refType="userD"/>
                  <dgm:constr type="h" for="ch" forName="dot1" refType="userD"/>
                  <dgm:constr type="ctrX" for="ch" forName="dot2" refType="w" fact="0.3634"/>
                  <dgm:constr type="ctrY" for="ch" forName="dot2" refType="h" fact="0.8824"/>
                  <dgm:constr type="w" for="ch" forName="dot2" refType="userD"/>
                  <dgm:constr type="h" for="ch" forName="dot2" refType="userD"/>
                  <dgm:constr type="ctrX" for="ch" forName="dot3" refType="w" fact="0.331"/>
                  <dgm:constr type="ctrY" for="ch" forName="dot3" refType="h" fact="0.8948"/>
                  <dgm:constr type="w" for="ch" forName="dot3" refType="userD"/>
                  <dgm:constr type="h" for="ch" forName="dot3" refType="userD"/>
                  <dgm:constr type="ctrX" for="ch" forName="dot4" refType="w" fact="0.2981"/>
                  <dgm:constr type="ctrY" for="ch" forName="dot4" refType="h" fact="0.9044"/>
                  <dgm:constr type="w" for="ch" forName="dot4" refType="userD"/>
                  <dgm:constr type="h" for="ch" forName="dot4" refType="userD"/>
                  <dgm:constr type="ctrX" for="ch" forName="dot5" refType="w" fact="0.5681"/>
                  <dgm:constr type="ctrY" for="ch" forName="dot5" refType="h" fact="0.7222"/>
                  <dgm:constr type="w" for="ch" forName="dot5" refType="userD"/>
                  <dgm:constr type="h" for="ch" forName="dot5" refType="userD"/>
                  <dgm:constr type="ctrX" for="ch" forName="dot6" refType="w" fact="0.543"/>
                  <dgm:constr type="ctrY" for="ch" forName="dot6" refType="h" fact="0.7518"/>
                  <dgm:constr type="w" for="ch" forName="dot6" refType="userD"/>
                  <dgm:constr type="h" for="ch" forName="dot6" refType="userD"/>
                  <dgm:constr type="ctrX" for="ch" forName="dot7" refType="w" fact="0.672"/>
                  <dgm:constr type="ctrY" for="ch" forName="dot7" refType="h" fact="0.5422"/>
                  <dgm:constr type="w" for="ch" forName="dot7" refType="userD"/>
                  <dgm:constr type="h" for="ch" forName="dot7" refType="userD"/>
                  <dgm:constr type="ctrX" for="ch" forName="dot8" refType="w" fact="0.7278"/>
                  <dgm:constr type="ctrY" for="ch" forName="dot8" refType="h" fact="0.3229"/>
                  <dgm:constr type="w" for="ch" forName="dot8" refType="userD"/>
                  <dgm:constr type="h" for="ch" forName="dot8" refType="userD"/>
                  <dgm:constr type="ctrX" for="ch" forName="dotArrow1" refType="w" fact="0.6999"/>
                  <dgm:constr type="ctrY" for="ch" forName="dotArrow1" refType="h" fact="0.0635"/>
                  <dgm:constr type="w" for="ch" forName="dotArrow1" refType="userD"/>
                  <dgm:constr type="h" for="ch" forName="dotArrow1" refType="userD"/>
                  <dgm:constr type="ctrX" for="ch" forName="dotArrow2" refType="w" fact="0.7207"/>
                  <dgm:constr type="ctrY" for="ch" forName="dotArrow2" refType="h" fact="0.0448"/>
                  <dgm:constr type="w" for="ch" forName="dotArrow2" refType="userD"/>
                  <dgm:constr type="h" for="ch" forName="dotArrow2" refType="userD"/>
                  <dgm:constr type="ctrX" for="ch" forName="dotArrow3" refType="w" fact="0.7415"/>
                  <dgm:constr type="ctrY" for="ch" forName="dotArrow3" refType="h" fact="0.026"/>
                  <dgm:constr type="w" for="ch" forName="dotArrow3" refType="userD"/>
                  <dgm:constr type="h" for="ch" forName="dotArrow3" refType="userD"/>
                  <dgm:constr type="ctrX" for="ch" forName="dotArrow4" refType="w" fact="0.7624"/>
                  <dgm:constr type="ctrY" for="ch" forName="dotArrow4" refType="h" fact="0.0448"/>
                  <dgm:constr type="w" for="ch" forName="dotArrow4" refType="userD"/>
                  <dgm:constr type="h" for="ch" forName="dotArrow4" refType="userD"/>
                  <dgm:constr type="ctrX" for="ch" forName="dotArrow5" refType="w" fact="0.7832"/>
                  <dgm:constr type="ctrY" for="ch" forName="dotArrow5" refType="h" fact="0.0635"/>
                  <dgm:constr type="w" for="ch" forName="dotArrow5" refType="userD"/>
                  <dgm:constr type="h" for="ch" forName="dotArrow5" refType="userD"/>
                  <dgm:constr type="ctrX" for="ch" forName="dotArrow6" refType="w" fact="0.7415"/>
                  <dgm:constr type="ctrY" for="ch" forName="dotArrow6" refType="h" fact="0.0656"/>
                  <dgm:constr type="w" for="ch" forName="dotArrow6" refType="userD"/>
                  <dgm:constr type="h" for="ch" forName="dotArrow6" refType="userD"/>
                  <dgm:constr type="ctrX" for="ch" forName="dotArrow7" refType="w" fact="0.7415"/>
                  <dgm:constr type="ctrY" for="ch" forName="dotArrow7" refType="h" fact="0.1052"/>
                  <dgm:constr type="w" for="ch" forName="dotArrow7" refType="userD"/>
                  <dgm:constr type="h" for="ch" forName="dotArrow7" refType="userD"/>
                  <dgm:constr type="l" for="ch" forName="parTx1" refType="w" fact="0.2115"/>
                  <dgm:constr type="t" for="ch" forName="parTx1" refType="h" fact="0.928"/>
                  <dgm:constr type="w" for="ch" forName="parTx1" refType="w" fact="0.3081"/>
                  <dgm:constr type="h" for="ch" forName="parTx1" refType="h" fact="0.0962"/>
                  <dgm:constr type="ctrX" for="ch" forName="picture1" refType="w" fact="0.1975"/>
                  <dgm:constr type="ctrY" for="ch" forName="picture1" refType="h" fact="0.9169"/>
                  <dgm:constr type="w" for="ch" forName="picture1" refType="w" fact="0.1429"/>
                  <dgm:constr type="h" for="ch" forName="picture1" refType="h" fact="0.1663"/>
                  <dgm:constr type="l" for="ch" forName="parTx2" refType="w" fact="0.4822"/>
                  <dgm:constr type="t" for="ch" forName="parTx2" refType="h" fact="0.8143"/>
                  <dgm:constr type="w" for="ch" forName="parTx2" refType="w" fact="0.3081"/>
                  <dgm:constr type="h" for="ch" forName="parTx2" refType="h" fact="0.0962"/>
                  <dgm:constr type="ctrX" for="ch" forName="picture2" refType="w" fact="0.4682"/>
                  <dgm:constr type="ctrY" for="ch" forName="picture2" refType="h" fact="0.8032"/>
                  <dgm:constr type="w" for="ch" forName="picture2" refType="w" fact="0.1429"/>
                  <dgm:constr type="h" for="ch" forName="picture2" refType="h" fact="0.1663"/>
                  <dgm:constr type="l" for="ch" forName="parTx3" refType="w" fact="0.629"/>
                  <dgm:constr type="t" for="ch" forName="parTx3" refType="h" fact="0.65"/>
                  <dgm:constr type="w" for="ch" forName="parTx3" refType="w" fact="0.3081"/>
                  <dgm:constr type="h" for="ch" forName="parTx3" refType="h" fact="0.0962"/>
                  <dgm:constr type="ctrX" for="ch" forName="picture3" refType="w" fact="0.615"/>
                  <dgm:constr type="ctrY" for="ch" forName="picture3" refType="h" fact="0.6389"/>
                  <dgm:constr type="w" for="ch" forName="picture3" refType="w" fact="0.1429"/>
                  <dgm:constr type="h" for="ch" forName="picture3" refType="h" fact="0.1663"/>
                  <dgm:constr type="l" for="ch" forName="parTx4" refType="w" fact="0.7057"/>
                  <dgm:constr type="t" for="ch" forName="parTx4" refType="h" fact="0.4388"/>
                  <dgm:constr type="w" for="ch" forName="parTx4" refType="w" fact="0.3081"/>
                  <dgm:constr type="h" for="ch" forName="parTx4" refType="h" fact="0.0962"/>
                  <dgm:constr type="ctrX" for="ch" forName="picture4" refType="w" fact="0.6917"/>
                  <dgm:constr type="ctrY" for="ch" forName="picture4" refType="h" fact="0.4277"/>
                  <dgm:constr type="w" for="ch" forName="picture4" refType="w" fact="0.1429"/>
                  <dgm:constr type="h" for="ch" forName="picture4" refType="h" fact="0.1663"/>
                  <dgm:constr type="l" for="ch" forName="parTx5" refType="w" fact="0.7484"/>
                  <dgm:constr type="t" for="ch" forName="parTx5" refType="h" fact="0.2238"/>
                  <dgm:constr type="w" for="ch" forName="parTx5" refType="w" fact="0.3081"/>
                  <dgm:constr type="h" for="ch" forName="parTx5" refType="h" fact="0.0962"/>
                  <dgm:constr type="ctrX" for="ch" forName="picture5" refType="w" fact="0.7344"/>
                  <dgm:constr type="ctrY" for="ch" forName="picture5" refType="h" fact="0.2127"/>
                  <dgm:constr type="w" for="ch" forName="picture5" refType="w" fact="0.1429"/>
                  <dgm:constr type="h" for="ch" forName="picture5" refType="h" fact="0.1663"/>
                </dgm:constrLst>
              </dgm:else>
            </dgm:choose>
          </dgm:if>
          <dgm:else name="Name48">
            <dgm:choose name="Name49">
              <dgm:if name="Name50" axis="des" func="maxDepth" op="gt" val="1">
                <dgm:alg type="composite">
                  <dgm:param type="ar" val="1.41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primFontSz" for="ch" forName="parTx3" refType="primFontSz" refFor="ch" refForName="parTx1" op="equ"/>
                  <dgm:constr type="primFontSz" for="ch" forName="parTx4" refType="primFontSz" refFor="ch" refForName="parTx1" op="equ"/>
                  <dgm:constr type="primFontSz" for="ch" forName="parTx5" refType="primFontSz" refFor="ch" refForName="parTx1" op="equ"/>
                  <dgm:constr type="primFontSz" for="ch" forName="desTx1" op="equ" val="65"/>
                  <dgm:constr type="primFontSz" for="ch" forName="desTx2" refType="primFontSz" refFor="ch" refForName="desTx1" op="equ"/>
                  <dgm:constr type="primFontSz" for="ch" forName="desTx3" refType="primFontSz" refFor="ch" refForName="desTx1" op="equ"/>
                  <dgm:constr type="primFontSz" for="ch" forName="desTx4" refType="primFontSz" refFor="ch" refForName="desTx1" op="equ"/>
                  <dgm:constr type="primFontSz" for="ch" forName="desTx5" refType="primFontSz" refFor="ch" refForName="desTx1" op="equ"/>
                  <dgm:constr type="userD" refType="w" fact="0.0118"/>
                  <dgm:constr type="ctrX" for="ch" forName="dot1" refType="w" fact="0.6737"/>
                  <dgm:constr type="ctrY" for="ch" forName="dot1" refType="h" fact="0.8674"/>
                  <dgm:constr type="w" for="ch" forName="dot1" refType="userD"/>
                  <dgm:constr type="h" for="ch" forName="dot1" refType="userD"/>
                  <dgm:constr type="ctrX" for="ch" forName="dot2" refType="w" fact="0.6999"/>
                  <dgm:constr type="ctrY" for="ch" forName="dot2" refType="h" fact="0.8824"/>
                  <dgm:constr type="w" for="ch" forName="dot2" refType="userD"/>
                  <dgm:constr type="h" for="ch" forName="dot2" refType="userD"/>
                  <dgm:constr type="ctrX" for="ch" forName="dot3" refType="w" fact="0.7267"/>
                  <dgm:constr type="ctrY" for="ch" forName="dot3" refType="h" fact="0.8948"/>
                  <dgm:constr type="w" for="ch" forName="dot3" refType="userD"/>
                  <dgm:constr type="h" for="ch" forName="dot3" refType="userD"/>
                  <dgm:constr type="ctrX" for="ch" forName="dot4" refType="w" fact="0.7538"/>
                  <dgm:constr type="ctrY" for="ch" forName="dot4" refType="h" fact="0.9044"/>
                  <dgm:constr type="w" for="ch" forName="dot4" refType="userD"/>
                  <dgm:constr type="h" for="ch" forName="dot4" refType="userD"/>
                  <dgm:constr type="ctrX" for="ch" forName="dot5" refType="w" fact="0.5309"/>
                  <dgm:constr type="ctrY" for="ch" forName="dot5" refType="h" fact="0.7222"/>
                  <dgm:constr type="w" for="ch" forName="dot5" refType="userD"/>
                  <dgm:constr type="h" for="ch" forName="dot5" refType="userD"/>
                  <dgm:constr type="ctrX" for="ch" forName="dot6" refType="w" fact="0.5516"/>
                  <dgm:constr type="ctrY" for="ch" forName="dot6" refType="h" fact="0.7518"/>
                  <dgm:constr type="w" for="ch" forName="dot6" refType="userD"/>
                  <dgm:constr type="h" for="ch" forName="dot6" refType="userD"/>
                  <dgm:constr type="ctrX" for="ch" forName="dot7" refType="w" fact="0.4451"/>
                  <dgm:constr type="ctrY" for="ch" forName="dot7" refType="h" fact="0.5422"/>
                  <dgm:constr type="w" for="ch" forName="dot7" refType="userD"/>
                  <dgm:constr type="h" for="ch" forName="dot7" refType="userD"/>
                  <dgm:constr type="ctrX" for="ch" forName="dot8" refType="w" fact="0.399"/>
                  <dgm:constr type="ctrY" for="ch" forName="dot8" refType="h" fact="0.3229"/>
                  <dgm:constr type="w" for="ch" forName="dot8" refType="userD"/>
                  <dgm:constr type="h" for="ch" forName="dot8" refType="userD"/>
                  <dgm:constr type="ctrX" for="ch" forName="dotArrow1" refType="w" fact="0.4221"/>
                  <dgm:constr type="ctrY" for="ch" forName="dotArrow1" refType="h" fact="0.0635"/>
                  <dgm:constr type="w" for="ch" forName="dotArrow1" refType="userD"/>
                  <dgm:constr type="h" for="ch" forName="dotArrow1" refType="userD"/>
                  <dgm:constr type="ctrX" for="ch" forName="dotArrow2" refType="w" fact="0.4049"/>
                  <dgm:constr type="ctrY" for="ch" forName="dotArrow2" refType="h" fact="0.0448"/>
                  <dgm:constr type="w" for="ch" forName="dotArrow2" refType="userD"/>
                  <dgm:constr type="h" for="ch" forName="dotArrow2" refType="userD"/>
                  <dgm:constr type="ctrX" for="ch" forName="dotArrow3" refType="w" fact="0.3877"/>
                  <dgm:constr type="ctrY" for="ch" forName="dotArrow3" refType="h" fact="0.026"/>
                  <dgm:constr type="w" for="ch" forName="dotArrow3" refType="userD"/>
                  <dgm:constr type="h" for="ch" forName="dotArrow3" refType="userD"/>
                  <dgm:constr type="ctrX" for="ch" forName="dotArrow4" refType="w" fact="0.3705"/>
                  <dgm:constr type="ctrY" for="ch" forName="dotArrow4" refType="h" fact="0.0448"/>
                  <dgm:constr type="w" for="ch" forName="dotArrow4" refType="userD"/>
                  <dgm:constr type="h" for="ch" forName="dotArrow4" refType="userD"/>
                  <dgm:constr type="ctrX" for="ch" forName="dotArrow5" refType="w" fact="0.3533"/>
                  <dgm:constr type="ctrY" for="ch" forName="dotArrow5" refType="h" fact="0.0635"/>
                  <dgm:constr type="w" for="ch" forName="dotArrow5" refType="userD"/>
                  <dgm:constr type="h" for="ch" forName="dotArrow5" refType="userD"/>
                  <dgm:constr type="ctrX" for="ch" forName="dotArrow6" refType="w" fact="0.3877"/>
                  <dgm:constr type="ctrY" for="ch" forName="dotArrow6" refType="h" fact="0.0656"/>
                  <dgm:constr type="w" for="ch" forName="dotArrow6" refType="userD"/>
                  <dgm:constr type="h" for="ch" forName="dotArrow6" refType="userD"/>
                  <dgm:constr type="ctrX" for="ch" forName="dotArrow7" refType="w" fact="0.3877"/>
                  <dgm:constr type="ctrY" for="ch" forName="dotArrow7" refType="h" fact="0.1052"/>
                  <dgm:constr type="w" for="ch" forName="dotArrow7" refType="userD"/>
                  <dgm:constr type="h" for="ch" forName="dotArrow7" refType="userD"/>
                  <dgm:constr type="r" for="ch" forName="parTx1" refType="w" fact="0.8254"/>
                  <dgm:constr type="t" for="ch" forName="parTx1" refType="h" fact="0.9304"/>
                  <dgm:constr type="w" for="ch" forName="parTx1" refType="w" fact="0.2544"/>
                  <dgm:constr type="h" for="ch" forName="parTx1" refType="h" fact="0.0962"/>
                  <dgm:constr type="ctrX" for="ch" forName="picture1" refType="w" fact="0.8369"/>
                  <dgm:constr type="ctrY" for="ch" forName="picture1" refType="h" fact="0.9169"/>
                  <dgm:constr type="w" for="ch" forName="picture1" refType="w" fact="0.118"/>
                  <dgm:constr type="h" for="ch" forName="picture1" refType="h" fact="0.1663"/>
                  <dgm:constr type="r" for="ch" forName="desTx1" refType="l" refFor="ch" refForName="parTx1"/>
                  <dgm:constr type="l" for="ch" forName="desTx1"/>
                  <dgm:constr type="t" for="ch" forName="desTx1" refType="t" refFor="ch" refForName="parTx1"/>
                  <dgm:constr type="h" for="ch" forName="desTx1" refType="h" refFor="ch" refForName="parTx1"/>
                  <dgm:constr type="r" for="ch" forName="parTx2" refType="w" fact="0.6018"/>
                  <dgm:constr type="t" for="ch" forName="parTx2" refType="h" fact="0.8167"/>
                  <dgm:constr type="w" for="ch" forName="parTx2" refType="w" fact="0.2544"/>
                  <dgm:constr type="h" for="ch" forName="parTx2" refType="h" fact="0.0962"/>
                  <dgm:constr type="ctrX" for="ch" forName="picture2" refType="w" fact="0.6134"/>
                  <dgm:constr type="ctrY" for="ch" forName="picture2" refType="h" fact="0.8032"/>
                  <dgm:constr type="w" for="ch" forName="picture2" refType="w" fact="0.118"/>
                  <dgm:constr type="h" for="ch" forName="picture2" refType="h" fact="0.1663"/>
                  <dgm:constr type="r" for="ch" forName="desTx2" refType="l" refFor="ch" refForName="parTx2"/>
                  <dgm:constr type="l" for="ch" forName="desTx2"/>
                  <dgm:constr type="t" for="ch" forName="desTx2" refType="t" refFor="ch" refForName="parTx2"/>
                  <dgm:constr type="h" for="ch" forName="desTx2" refType="h" refFor="ch" refForName="parTx2"/>
                  <dgm:constr type="r" for="ch" forName="parTx3" refType="w" fact="0.4806"/>
                  <dgm:constr type="t" for="ch" forName="parTx3" refType="h" fact="0.6524"/>
                  <dgm:constr type="w" for="ch" forName="parTx3" refType="w" fact="0.2544"/>
                  <dgm:constr type="h" for="ch" forName="parTx3" refType="h" fact="0.0962"/>
                  <dgm:constr type="ctrX" for="ch" forName="picture3" refType="w" fact="0.4922"/>
                  <dgm:constr type="ctrY" for="ch" forName="picture3" refType="h" fact="0.6389"/>
                  <dgm:constr type="w" for="ch" forName="picture3" refType="w" fact="0.118"/>
                  <dgm:constr type="h" for="ch" forName="picture3" refType="h" fact="0.1663"/>
                  <dgm:constr type="r" for="ch" forName="desTx3" refType="l" refFor="ch" refForName="parTx3"/>
                  <dgm:constr type="l" for="ch" forName="desTx3"/>
                  <dgm:constr type="t" for="ch" forName="desTx3" refType="t" refFor="ch" refForName="parTx3"/>
                  <dgm:constr type="h" for="ch" forName="desTx3" refType="h" refFor="ch" refForName="parTx3"/>
                  <dgm:constr type="r" for="ch" forName="parTx4" refType="w" fact="0.4173"/>
                  <dgm:constr type="t" for="ch" forName="parTx4" refType="h" fact="0.4412"/>
                  <dgm:constr type="w" for="ch" forName="parTx4" refType="w" fact="0.2544"/>
                  <dgm:constr type="h" for="ch" forName="parTx4" refType="h" fact="0.0962"/>
                  <dgm:constr type="ctrX" for="ch" forName="picture4" refType="w" fact="0.4288"/>
                  <dgm:constr type="ctrY" for="ch" forName="picture4" refType="h" fact="0.4277"/>
                  <dgm:constr type="w" for="ch" forName="picture4" refType="w" fact="0.118"/>
                  <dgm:constr type="h" for="ch" forName="picture4" refType="h" fact="0.1663"/>
                  <dgm:constr type="r" for="ch" forName="desTx4" refType="l" refFor="ch" refForName="parTx4"/>
                  <dgm:constr type="l" for="ch" forName="desTx4"/>
                  <dgm:constr type="t" for="ch" forName="desTx4" refType="t" refFor="ch" refForName="parTx4"/>
                  <dgm:constr type="h" for="ch" forName="desTx4" refType="h" refFor="ch" refForName="parTx4"/>
                  <dgm:constr type="r" for="ch" forName="parTx5" refType="w" fact="0.382"/>
                  <dgm:constr type="t" for="ch" forName="parTx5" refType="h" fact="0.2262"/>
                  <dgm:constr type="w" for="ch" forName="parTx5" refType="w" fact="0.2544"/>
                  <dgm:constr type="h" for="ch" forName="parTx5" refType="h" fact="0.0962"/>
                  <dgm:constr type="ctrX" for="ch" forName="picture5" refType="w" fact="0.3936"/>
                  <dgm:constr type="ctrY" for="ch" forName="picture5" refType="h" fact="0.2127"/>
                  <dgm:constr type="w" for="ch" forName="picture5" refType="w" fact="0.118"/>
                  <dgm:constr type="h" for="ch" forName="picture5" refType="h" fact="0.1663"/>
                  <dgm:constr type="r" for="ch" forName="desTx5" refType="l" refFor="ch" refForName="parTx5"/>
                  <dgm:constr type="l" for="ch" forName="desTx5"/>
                  <dgm:constr type="t" for="ch" forName="desTx5" refType="t" refFor="ch" refForName="parTx5"/>
                  <dgm:constr type="h" for="ch" forName="desTx5" refType="h" refFor="ch" refForName="parTx5"/>
                </dgm:constrLst>
              </dgm:if>
              <dgm:else name="Name51">
                <dgm:alg type="composite">
                  <dgm:param type="ar" val="1.1643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primFontSz" for="ch" forName="parTx3" refType="primFontSz" refFor="ch" refForName="parTx1" op="equ"/>
                  <dgm:constr type="primFontSz" for="ch" forName="parTx4" refType="primFontSz" refFor="ch" refForName="parTx1" op="equ"/>
                  <dgm:constr type="primFontSz" for="ch" forName="parTx5" refType="primFontSz" refFor="ch" refForName="parTx1" op="equ"/>
                  <dgm:constr type="userD" refType="w" fact="0.0143"/>
                  <dgm:constr type="ctrX" for="ch" forName="dot1" refType="w" fact="0.6049"/>
                  <dgm:constr type="ctrY" for="ch" forName="dot1" refType="h" fact="0.8674"/>
                  <dgm:constr type="w" for="ch" forName="dot1" refType="userD"/>
                  <dgm:constr type="h" for="ch" forName="dot1" refType="userD"/>
                  <dgm:constr type="ctrX" for="ch" forName="dot2" refType="w" fact="0.6366"/>
                  <dgm:constr type="ctrY" for="ch" forName="dot2" refType="h" fact="0.8824"/>
                  <dgm:constr type="w" for="ch" forName="dot2" refType="userD"/>
                  <dgm:constr type="h" for="ch" forName="dot2" refType="userD"/>
                  <dgm:constr type="ctrX" for="ch" forName="dot3" refType="w" fact="0.669"/>
                  <dgm:constr type="ctrY" for="ch" forName="dot3" refType="h" fact="0.8948"/>
                  <dgm:constr type="w" for="ch" forName="dot3" refType="userD"/>
                  <dgm:constr type="h" for="ch" forName="dot3" refType="userD"/>
                  <dgm:constr type="ctrX" for="ch" forName="dot4" refType="w" fact="0.7019"/>
                  <dgm:constr type="ctrY" for="ch" forName="dot4" refType="h" fact="0.9044"/>
                  <dgm:constr type="w" for="ch" forName="dot4" refType="userD"/>
                  <dgm:constr type="h" for="ch" forName="dot4" refType="userD"/>
                  <dgm:constr type="ctrX" for="ch" forName="dot5" refType="w" fact="0.4319"/>
                  <dgm:constr type="ctrY" for="ch" forName="dot5" refType="h" fact="0.7222"/>
                  <dgm:constr type="w" for="ch" forName="dot5" refType="userD"/>
                  <dgm:constr type="h" for="ch" forName="dot5" refType="userD"/>
                  <dgm:constr type="ctrX" for="ch" forName="dot6" refType="w" fact="0.457"/>
                  <dgm:constr type="ctrY" for="ch" forName="dot6" refType="h" fact="0.7518"/>
                  <dgm:constr type="w" for="ch" forName="dot6" refType="userD"/>
                  <dgm:constr type="h" for="ch" forName="dot6" refType="userD"/>
                  <dgm:constr type="ctrX" for="ch" forName="dot7" refType="w" fact="0.328"/>
                  <dgm:constr type="ctrY" for="ch" forName="dot7" refType="h" fact="0.5422"/>
                  <dgm:constr type="w" for="ch" forName="dot7" refType="userD"/>
                  <dgm:constr type="h" for="ch" forName="dot7" refType="userD"/>
                  <dgm:constr type="ctrX" for="ch" forName="dot8" refType="w" fact="0.2722"/>
                  <dgm:constr type="ctrY" for="ch" forName="dot8" refType="h" fact="0.3229"/>
                  <dgm:constr type="w" for="ch" forName="dot8" refType="userD"/>
                  <dgm:constr type="h" for="ch" forName="dot8" refType="userD"/>
                  <dgm:constr type="ctrX" for="ch" forName="dotArrow1" refType="w" fact="0.3001"/>
                  <dgm:constr type="ctrY" for="ch" forName="dotArrow1" refType="h" fact="0.0635"/>
                  <dgm:constr type="w" for="ch" forName="dotArrow1" refType="userD"/>
                  <dgm:constr type="h" for="ch" forName="dotArrow1" refType="userD"/>
                  <dgm:constr type="ctrX" for="ch" forName="dotArrow2" refType="w" fact="0.2793"/>
                  <dgm:constr type="ctrY" for="ch" forName="dotArrow2" refType="h" fact="0.0448"/>
                  <dgm:constr type="w" for="ch" forName="dotArrow2" refType="userD"/>
                  <dgm:constr type="h" for="ch" forName="dotArrow2" refType="userD"/>
                  <dgm:constr type="ctrX" for="ch" forName="dotArrow3" refType="w" fact="0.2585"/>
                  <dgm:constr type="ctrY" for="ch" forName="dotArrow3" refType="h" fact="0.026"/>
                  <dgm:constr type="w" for="ch" forName="dotArrow3" refType="userD"/>
                  <dgm:constr type="h" for="ch" forName="dotArrow3" refType="userD"/>
                  <dgm:constr type="ctrX" for="ch" forName="dotArrow4" refType="w" fact="0.2376"/>
                  <dgm:constr type="ctrY" for="ch" forName="dotArrow4" refType="h" fact="0.0448"/>
                  <dgm:constr type="w" for="ch" forName="dotArrow4" refType="userD"/>
                  <dgm:constr type="h" for="ch" forName="dotArrow4" refType="userD"/>
                  <dgm:constr type="ctrX" for="ch" forName="dotArrow5" refType="w" fact="0.2168"/>
                  <dgm:constr type="ctrY" for="ch" forName="dotArrow5" refType="h" fact="0.0635"/>
                  <dgm:constr type="w" for="ch" forName="dotArrow5" refType="userD"/>
                  <dgm:constr type="h" for="ch" forName="dotArrow5" refType="userD"/>
                  <dgm:constr type="ctrX" for="ch" forName="dotArrow6" refType="w" fact="0.2585"/>
                  <dgm:constr type="ctrY" for="ch" forName="dotArrow6" refType="h" fact="0.0656"/>
                  <dgm:constr type="w" for="ch" forName="dotArrow6" refType="userD"/>
                  <dgm:constr type="h" for="ch" forName="dotArrow6" refType="userD"/>
                  <dgm:constr type="ctrX" for="ch" forName="dotArrow7" refType="w" fact="0.2585"/>
                  <dgm:constr type="ctrY" for="ch" forName="dotArrow7" refType="h" fact="0.1052"/>
                  <dgm:constr type="w" for="ch" forName="dotArrow7" refType="userD"/>
                  <dgm:constr type="h" for="ch" forName="dotArrow7" refType="userD"/>
                  <dgm:constr type="r" for="ch" forName="parTx1" refType="w" fact="0.7885"/>
                  <dgm:constr type="t" for="ch" forName="parTx1" refType="h" fact="0.928"/>
                  <dgm:constr type="w" for="ch" forName="parTx1" refType="w" fact="0.3081"/>
                  <dgm:constr type="h" for="ch" forName="parTx1" refType="h" fact="0.0962"/>
                  <dgm:constr type="ctrX" for="ch" forName="picture1" refType="w" fact="0.8025"/>
                  <dgm:constr type="ctrY" for="ch" forName="picture1" refType="h" fact="0.9169"/>
                  <dgm:constr type="w" for="ch" forName="picture1" refType="w" fact="0.1429"/>
                  <dgm:constr type="h" for="ch" forName="picture1" refType="h" fact="0.1663"/>
                  <dgm:constr type="r" for="ch" forName="parTx2" refType="w" fact="0.5178"/>
                  <dgm:constr type="t" for="ch" forName="parTx2" refType="h" fact="0.8143"/>
                  <dgm:constr type="w" for="ch" forName="parTx2" refType="w" fact="0.3081"/>
                  <dgm:constr type="h" for="ch" forName="parTx2" refType="h" fact="0.0962"/>
                  <dgm:constr type="ctrX" for="ch" forName="picture2" refType="w" fact="0.5318"/>
                  <dgm:constr type="ctrY" for="ch" forName="picture2" refType="h" fact="0.8032"/>
                  <dgm:constr type="w" for="ch" forName="picture2" refType="w" fact="0.1429"/>
                  <dgm:constr type="h" for="ch" forName="picture2" refType="h" fact="0.1663"/>
                  <dgm:constr type="r" for="ch" forName="parTx3" refType="w" fact="0.371"/>
                  <dgm:constr type="t" for="ch" forName="parTx3" refType="h" fact="0.65"/>
                  <dgm:constr type="w" for="ch" forName="parTx3" refType="w" fact="0.3081"/>
                  <dgm:constr type="h" for="ch" forName="parTx3" refType="h" fact="0.0962"/>
                  <dgm:constr type="ctrX" for="ch" forName="picture3" refType="w" fact="0.385"/>
                  <dgm:constr type="ctrY" for="ch" forName="picture3" refType="h" fact="0.6389"/>
                  <dgm:constr type="w" for="ch" forName="picture3" refType="w" fact="0.1429"/>
                  <dgm:constr type="h" for="ch" forName="picture3" refType="h" fact="0.1663"/>
                  <dgm:constr type="r" for="ch" forName="parTx4" refType="w" fact="0.2943"/>
                  <dgm:constr type="t" for="ch" forName="parTx4" refType="h" fact="0.4388"/>
                  <dgm:constr type="w" for="ch" forName="parTx4" refType="w" fact="0.3081"/>
                  <dgm:constr type="h" for="ch" forName="parTx4" refType="h" fact="0.0962"/>
                  <dgm:constr type="ctrX" for="ch" forName="picture4" refType="w" fact="0.3083"/>
                  <dgm:constr type="ctrY" for="ch" forName="picture4" refType="h" fact="0.4277"/>
                  <dgm:constr type="w" for="ch" forName="picture4" refType="w" fact="0.1429"/>
                  <dgm:constr type="h" for="ch" forName="picture4" refType="h" fact="0.1663"/>
                  <dgm:constr type="r" for="ch" forName="parTx5" refType="w" fact="0.2516"/>
                  <dgm:constr type="t" for="ch" forName="parTx5" refType="h" fact="0.2238"/>
                  <dgm:constr type="w" for="ch" forName="parTx5" refType="w" fact="0.3081"/>
                  <dgm:constr type="h" for="ch" forName="parTx5" refType="h" fact="0.0962"/>
                  <dgm:constr type="ctrX" for="ch" forName="picture5" refType="w" fact="0.2656"/>
                  <dgm:constr type="ctrY" for="ch" forName="picture5" refType="h" fact="0.2127"/>
                  <dgm:constr type="w" for="ch" forName="picture5" refType="w" fact="0.1429"/>
                  <dgm:constr type="h" for="ch" forName="picture5" refType="h" fact="0.1663"/>
                </dgm:constrLst>
              </dgm:else>
            </dgm:choose>
          </dgm:else>
        </dgm:choose>
      </dgm:if>
      <dgm:if name="Name52" axis="ch" ptType="node" func="cnt" op="equ" val="6">
        <dgm:choose name="Name53">
          <dgm:if name="Name54" func="var" arg="dir" op="equ" val="norm">
            <dgm:choose name="Name55">
              <dgm:if name="Name56" axis="des" func="maxDepth" op="gt" val="1">
                <dgm:alg type="composite">
                  <dgm:param type="ar" val="1.33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primFontSz" for="ch" forName="parTx3" refType="primFontSz" refFor="ch" refForName="parTx1" op="equ"/>
                  <dgm:constr type="primFontSz" for="ch" forName="parTx4" refType="primFontSz" refFor="ch" refForName="parTx1" op="equ"/>
                  <dgm:constr type="primFontSz" for="ch" forName="parTx5" refType="primFontSz" refFor="ch" refForName="parTx1" op="equ"/>
                  <dgm:constr type="primFontSz" for="ch" forName="parTx6" refType="primFontSz" refFor="ch" refForName="parTx1" op="equ"/>
                  <dgm:constr type="primFontSz" for="ch" forName="desTx1" op="equ" val="65"/>
                  <dgm:constr type="primFontSz" for="ch" forName="desTx2" refType="primFontSz" refFor="ch" refForName="desTx1" op="equ"/>
                  <dgm:constr type="primFontSz" for="ch" forName="desTx3" refType="primFontSz" refFor="ch" refForName="desTx1" op="equ"/>
                  <dgm:constr type="primFontSz" for="ch" forName="desTx4" refType="primFontSz" refFor="ch" refForName="desTx1" op="equ"/>
                  <dgm:constr type="primFontSz" for="ch" forName="desTx5" refType="primFontSz" refFor="ch" refForName="desTx1" op="equ"/>
                  <dgm:constr type="primFontSz" for="ch" forName="desTx6" refType="primFontSz" refFor="ch" refForName="desTx1" op="equ"/>
                  <dgm:constr type="userD" refType="w" fact="0.0105"/>
                  <dgm:constr type="ctrX" for="ch" forName="dot1" refType="w" fact="0.3608"/>
                  <dgm:constr type="ctrY" for="ch" forName="dot1" refType="h" fact="0.8839"/>
                  <dgm:constr type="w" for="ch" forName="dot1" refType="userD"/>
                  <dgm:constr type="h" for="ch" forName="dot1" refType="userD"/>
                  <dgm:constr type="ctrX" for="ch" forName="dot2" refType="w" fact="0.3384"/>
                  <dgm:constr type="ctrY" for="ch" forName="dot2" refType="h" fact="0.8967"/>
                  <dgm:constr type="w" for="ch" forName="dot2" refType="userD"/>
                  <dgm:constr type="h" for="ch" forName="dot2" refType="userD"/>
                  <dgm:constr type="ctrX" for="ch" forName="dot3" refType="w" fact="0.3155"/>
                  <dgm:constr type="ctrY" for="ch" forName="dot3" refType="h" fact="0.9076"/>
                  <dgm:constr type="w" for="ch" forName="dot3" refType="userD"/>
                  <dgm:constr type="h" for="ch" forName="dot3" refType="userD"/>
                  <dgm:constr type="ctrX" for="ch" forName="dot4" refType="w" fact="0.2923"/>
                  <dgm:constr type="ctrY" for="ch" forName="dot4" refType="h" fact="0.9165"/>
                  <dgm:constr type="w" for="ch" forName="dot4" refType="userD"/>
                  <dgm:constr type="h" for="ch" forName="dot4" refType="userD"/>
                  <dgm:constr type="ctrX" for="ch" forName="dot5" refType="w" fact="0.2688"/>
                  <dgm:constr type="ctrY" for="ch" forName="dot5" refType="h" fact="0.9234"/>
                  <dgm:constr type="w" for="ch" forName="dot5" refType="userD"/>
                  <dgm:constr type="h" for="ch" forName="dot5" refType="userD"/>
                  <dgm:constr type="ctrX" for="ch" forName="dot6" refType="w" fact="0.4883"/>
                  <dgm:constr type="ctrY" for="ch" forName="dot6" refType="h" fact="0.764"/>
                  <dgm:constr type="w" for="ch" forName="dot6" refType="userD"/>
                  <dgm:constr type="h" for="ch" forName="dot6" refType="userD"/>
                  <dgm:constr type="ctrX" for="ch" forName="dot7" refType="w" fact="0.4695"/>
                  <dgm:constr type="ctrY" for="ch" forName="dot7" refType="h" fact="0.7878"/>
                  <dgm:constr type="w" for="ch" forName="dot7" refType="userD"/>
                  <dgm:constr type="h" for="ch" forName="dot7" refType="userD"/>
                  <dgm:constr type="ctrX" for="ch" forName="dot8" refType="w" fact="0.5696"/>
                  <dgm:constr type="ctrY" for="ch" forName="dot8" refType="h" fact="0.6227"/>
                  <dgm:constr type="w" for="ch" forName="dot8" refType="userD"/>
                  <dgm:constr type="h" for="ch" forName="dot8" refType="userD"/>
                  <dgm:constr type="ctrX" for="ch" forName="dot9" refType="w" fact="0.6247"/>
                  <dgm:constr type="ctrY" for="ch" forName="dot9" refType="h" fact="0.4556"/>
                  <dgm:constr type="w" for="ch" forName="dot9" refType="userD"/>
                  <dgm:constr type="h" for="ch" forName="dot9" refType="userD"/>
                  <dgm:constr type="ctrX" for="ch" forName="dot10" refType="w" fact="0.6509"/>
                  <dgm:constr type="ctrY" for="ch" forName="dot10" refType="h" fact="0.2816"/>
                  <dgm:constr type="w" for="ch" forName="dot10" refType="userD"/>
                  <dgm:constr type="h" for="ch" forName="dot10" refType="userD"/>
                  <dgm:constr type="ctrX" for="ch" forName="dotArrow1" refType="w" fact="0.6281"/>
                  <dgm:constr type="ctrY" for="ch" forName="dotArrow1" refType="h" fact="0.0748"/>
                  <dgm:constr type="w" for="ch" forName="dotArrow1" refType="userD"/>
                  <dgm:constr type="h" for="ch" forName="dotArrow1" refType="userD"/>
                  <dgm:constr type="ctrX" for="ch" forName="dotArrow2" refType="w" fact="0.6437"/>
                  <dgm:constr type="ctrY" for="ch" forName="dotArrow2" refType="h" fact="0.0581"/>
                  <dgm:constr type="w" for="ch" forName="dotArrow2" refType="userD"/>
                  <dgm:constr type="h" for="ch" forName="dotArrow2" refType="userD"/>
                  <dgm:constr type="ctrX" for="ch" forName="dotArrow3" refType="w" fact="0.6593"/>
                  <dgm:constr type="ctrY" for="ch" forName="dotArrow3" refType="h" fact="0.0414"/>
                  <dgm:constr type="w" for="ch" forName="dotArrow3" refType="userD"/>
                  <dgm:constr type="h" for="ch" forName="dotArrow3" refType="userD"/>
                  <dgm:constr type="ctrX" for="ch" forName="dotArrow4" refType="w" fact="0.675"/>
                  <dgm:constr type="ctrY" for="ch" forName="dotArrow4" refType="h" fact="0.0581"/>
                  <dgm:constr type="w" for="ch" forName="dotArrow4" refType="userD"/>
                  <dgm:constr type="h" for="ch" forName="dotArrow4" refType="userD"/>
                  <dgm:constr type="ctrX" for="ch" forName="dotArrow5" refType="w" fact="0.6906"/>
                  <dgm:constr type="ctrY" for="ch" forName="dotArrow5" refType="h" fact="0.0748"/>
                  <dgm:constr type="w" for="ch" forName="dotArrow5" refType="userD"/>
                  <dgm:constr type="h" for="ch" forName="dotArrow5" refType="userD"/>
                  <dgm:constr type="ctrX" for="ch" forName="dotArrow6" refType="w" fact="0.6593"/>
                  <dgm:constr type="ctrY" for="ch" forName="dotArrow6" refType="h" fact="0.0766"/>
                  <dgm:constr type="w" for="ch" forName="dotArrow6" refType="userD"/>
                  <dgm:constr type="h" for="ch" forName="dotArrow6" refType="userD"/>
                  <dgm:constr type="ctrX" for="ch" forName="dotArrow7" refType="w" fact="0.6593"/>
                  <dgm:constr type="ctrY" for="ch" forName="dotArrow7" refType="h" fact="0.1118"/>
                  <dgm:constr type="w" for="ch" forName="dotArrow7" refType="userD"/>
                  <dgm:constr type="h" for="ch" forName="dotArrow7" refType="userD"/>
                  <dgm:constr type="l" for="ch" forName="parTx1" refType="w" fact="0.2091"/>
                  <dgm:constr type="t" for="ch" forName="parTx1" refType="h" fact="0.9433"/>
                  <dgm:constr type="w" for="ch" forName="parTx1" refType="w" fact="0.2275"/>
                  <dgm:constr type="h" for="ch" forName="parTx1" refType="h" fact="0.0811"/>
                  <dgm:constr type="ctrX" for="ch" forName="picture1" refType="w" fact="0.1988"/>
                  <dgm:constr type="ctrY" for="ch" forName="picture1" refType="h" fact="0.9322"/>
                  <dgm:constr type="w" for="ch" forName="picture1" refType="w" fact="0.1055"/>
                  <dgm:constr type="h" for="ch" forName="picture1" refType="h" fact="0.1403"/>
                  <dgm:constr type="l" for="ch" forName="desTx1" refType="r" refFor="ch" refForName="parTx1"/>
                  <dgm:constr type="r" for="ch" forName="desTx1" refType="w"/>
                  <dgm:constr type="t" for="ch" forName="desTx1" refType="t" refFor="ch" refForName="parTx1"/>
                  <dgm:constr type="h" for="ch" forName="desTx1" refType="h" refFor="ch" refForName="parTx1"/>
                  <dgm:constr type="l" for="ch" forName="parTx2" refType="w" fact="0.4273"/>
                  <dgm:constr type="t" for="ch" forName="parTx2" refType="h" fact="0.8468"/>
                  <dgm:constr type="w" for="ch" forName="parTx2" refType="w" fact="0.2275"/>
                  <dgm:constr type="h" for="ch" forName="parTx2" refType="h" fact="0.0811"/>
                  <dgm:constr type="ctrX" for="ch" forName="picture2" refType="w" fact="0.4169"/>
                  <dgm:constr type="ctrY" for="ch" forName="picture2" refType="h" fact="0.8357"/>
                  <dgm:constr type="w" for="ch" forName="picture2" refType="w" fact="0.1055"/>
                  <dgm:constr type="h" for="ch" forName="picture2" refType="h" fact="0.1403"/>
                  <dgm:constr type="l" for="ch" forName="desTx2" refType="r" refFor="ch" refForName="parTx2"/>
                  <dgm:constr type="r" for="ch" forName="desTx2" refType="w"/>
                  <dgm:constr type="t" for="ch" forName="desTx2" refType="t" refFor="ch" refForName="parTx2"/>
                  <dgm:constr type="h" for="ch" forName="desTx2" refType="h" refFor="ch" refForName="parTx2"/>
                  <dgm:constr type="l" for="ch" forName="parTx3" refType="w" fact="0.5349"/>
                  <dgm:constr type="t" for="ch" forName="parTx3" refType="h" fact="0.7023"/>
                  <dgm:constr type="w" for="ch" forName="parTx3" refType="w" fact="0.2275"/>
                  <dgm:constr type="h" for="ch" forName="parTx3" refType="h" fact="0.0811"/>
                  <dgm:constr type="ctrX" for="ch" forName="picture3" refType="w" fact="0.5245"/>
                  <dgm:constr type="ctrY" for="ch" forName="picture3" refType="h" fact="0.6912"/>
                  <dgm:constr type="w" for="ch" forName="picture3" refType="w" fact="0.1055"/>
                  <dgm:constr type="h" for="ch" forName="picture3" refType="h" fact="0.1403"/>
                  <dgm:constr type="l" for="ch" forName="desTx3" refType="r" refFor="ch" refForName="parTx3"/>
                  <dgm:constr type="r" for="ch" forName="desTx3" refType="w"/>
                  <dgm:constr type="t" for="ch" forName="desTx3" refType="t" refFor="ch" refForName="parTx3"/>
                  <dgm:constr type="h" for="ch" forName="desTx3" refType="h" refFor="ch" refForName="parTx3"/>
                  <dgm:constr type="l" for="ch" forName="parTx4" refType="w" fact="0.5998"/>
                  <dgm:constr type="t" for="ch" forName="parTx4" refType="h" fact="0.5441"/>
                  <dgm:constr type="w" for="ch" forName="parTx4" refType="w" fact="0.2275"/>
                  <dgm:constr type="h" for="ch" forName="parTx4" refType="h" fact="0.0811"/>
                  <dgm:constr type="ctrX" for="ch" forName="picture4" refType="w" fact="0.5894"/>
                  <dgm:constr type="ctrY" for="ch" forName="picture4" refType="h" fact="0.533"/>
                  <dgm:constr type="w" for="ch" forName="picture4" refType="w" fact="0.1055"/>
                  <dgm:constr type="h" for="ch" forName="picture4" refType="h" fact="0.1403"/>
                  <dgm:constr type="l" for="ch" forName="desTx4" refType="r" refFor="ch" refForName="parTx4"/>
                  <dgm:constr type="r" for="ch" forName="desTx4" refType="w"/>
                  <dgm:constr type="t" for="ch" forName="desTx4" refType="t" refFor="ch" refForName="parTx4"/>
                  <dgm:constr type="h" for="ch" forName="desTx4" refType="h" refFor="ch" refForName="parTx4"/>
                  <dgm:constr type="l" for="ch" forName="parTx5" refType="w" fact="0.6416"/>
                  <dgm:constr type="t" for="ch" forName="parTx5" refType="h" fact="0.3737"/>
                  <dgm:constr type="w" for="ch" forName="parTx5" refType="w" fact="0.2275"/>
                  <dgm:constr type="h" for="ch" forName="parTx5" refType="h" fact="0.0811"/>
                  <dgm:constr type="ctrX" for="ch" forName="picture5" refType="w" fact="0.6313"/>
                  <dgm:constr type="ctrY" for="ch" forName="picture5" refType="h" fact="0.3626"/>
                  <dgm:constr type="w" for="ch" forName="picture5" refType="w" fact="0.1055"/>
                  <dgm:constr type="h" for="ch" forName="picture5" refType="h" fact="0.1403"/>
                  <dgm:constr type="l" for="ch" forName="desTx5" refType="r" refFor="ch" refForName="parTx5"/>
                  <dgm:constr type="r" for="ch" forName="desTx5" refType="w"/>
                  <dgm:constr type="t" for="ch" forName="desTx5" refType="t" refFor="ch" refForName="parTx5"/>
                  <dgm:constr type="h" for="ch" forName="desTx5" refType="h" refFor="ch" refForName="parTx5"/>
                  <dgm:constr type="l" for="ch" forName="parTx6" refType="w" fact="0.6644"/>
                  <dgm:constr type="t" for="ch" forName="parTx6" refType="h" fact="0.2061"/>
                  <dgm:constr type="w" for="ch" forName="parTx6" refType="w" fact="0.2275"/>
                  <dgm:constr type="h" for="ch" forName="parTx6" refType="h" fact="0.0811"/>
                  <dgm:constr type="ctrX" for="ch" forName="picture6" refType="w" fact="0.6541"/>
                  <dgm:constr type="ctrY" for="ch" forName="picture6" refType="h" fact="0.195"/>
                  <dgm:constr type="w" for="ch" forName="picture6" refType="w" fact="0.1055"/>
                  <dgm:constr type="h" for="ch" forName="picture6" refType="h" fact="0.1403"/>
                  <dgm:constr type="l" for="ch" forName="desTx6" refType="r" refFor="ch" refForName="parTx6"/>
                  <dgm:constr type="r" for="ch" forName="desTx6" refType="w"/>
                  <dgm:constr type="t" for="ch" forName="desTx6" refType="t" refFor="ch" refForName="parTx6"/>
                  <dgm:constr type="h" for="ch" forName="desTx6" refType="h" refFor="ch" refForName="parTx6"/>
                </dgm:constrLst>
              </dgm:if>
              <dgm:else name="Name57">
                <dgm:alg type="composite">
                  <dgm:param type="ar" val="1.1223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primFontSz" for="ch" forName="parTx3" refType="primFontSz" refFor="ch" refForName="parTx1" op="equ"/>
                  <dgm:constr type="primFontSz" for="ch" forName="parTx4" refType="primFontSz" refFor="ch" refForName="parTx1" op="equ"/>
                  <dgm:constr type="primFontSz" for="ch" forName="parTx5" refType="primFontSz" refFor="ch" refForName="parTx1" op="equ"/>
                  <dgm:constr type="primFontSz" for="ch" forName="parTx6" refType="primFontSz" refFor="ch" refForName="parTx1" op="equ"/>
                  <dgm:constr type="userD" refType="w" fact="0.0125"/>
                  <dgm:constr type="ctrX" for="ch" forName="dot1" refType="w" fact="0.4276"/>
                  <dgm:constr type="ctrY" for="ch" forName="dot1" refType="h" fact="0.8839"/>
                  <dgm:constr type="w" for="ch" forName="dot1" refType="userD"/>
                  <dgm:constr type="h" for="ch" forName="dot1" refType="userD"/>
                  <dgm:constr type="ctrX" for="ch" forName="dot2" refType="w" fact="0.401"/>
                  <dgm:constr type="ctrY" for="ch" forName="dot2" refType="h" fact="0.8967"/>
                  <dgm:constr type="w" for="ch" forName="dot2" refType="userD"/>
                  <dgm:constr type="h" for="ch" forName="dot2" refType="userD"/>
                  <dgm:constr type="ctrX" for="ch" forName="dot3" refType="w" fact="0.3739"/>
                  <dgm:constr type="ctrY" for="ch" forName="dot3" refType="h" fact="0.9076"/>
                  <dgm:constr type="w" for="ch" forName="dot3" refType="userD"/>
                  <dgm:constr type="h" for="ch" forName="dot3" refType="userD"/>
                  <dgm:constr type="ctrX" for="ch" forName="dot4" refType="w" fact="0.3464"/>
                  <dgm:constr type="ctrY" for="ch" forName="dot4" refType="h" fact="0.9165"/>
                  <dgm:constr type="w" for="ch" forName="dot4" refType="userD"/>
                  <dgm:constr type="h" for="ch" forName="dot4" refType="userD"/>
                  <dgm:constr type="ctrX" for="ch" forName="dot5" refType="w" fact="0.3186"/>
                  <dgm:constr type="ctrY" for="ch" forName="dot5" refType="h" fact="0.9234"/>
                  <dgm:constr type="w" for="ch" forName="dot5" refType="userD"/>
                  <dgm:constr type="h" for="ch" forName="dot5" refType="userD"/>
                  <dgm:constr type="ctrX" for="ch" forName="dot6" refType="w" fact="0.5786"/>
                  <dgm:constr type="ctrY" for="ch" forName="dot6" refType="h" fact="0.764"/>
                  <dgm:constr type="w" for="ch" forName="dot6" refType="userD"/>
                  <dgm:constr type="h" for="ch" forName="dot6" refType="userD"/>
                  <dgm:constr type="ctrX" for="ch" forName="dot7" refType="w" fact="0.5564"/>
                  <dgm:constr type="ctrY" for="ch" forName="dot7" refType="h" fact="0.7878"/>
                  <dgm:constr type="w" for="ch" forName="dot7" refType="userD"/>
                  <dgm:constr type="h" for="ch" forName="dot7" refType="userD"/>
                  <dgm:constr type="ctrX" for="ch" forName="dot8" refType="w" fact="0.675"/>
                  <dgm:constr type="ctrY" for="ch" forName="dot8" refType="h" fact="0.6227"/>
                  <dgm:constr type="w" for="ch" forName="dot8" refType="userD"/>
                  <dgm:constr type="h" for="ch" forName="dot8" refType="userD"/>
                  <dgm:constr type="ctrX" for="ch" forName="dot9" refType="w" fact="0.7403"/>
                  <dgm:constr type="ctrY" for="ch" forName="dot9" refType="h" fact="0.4556"/>
                  <dgm:constr type="w" for="ch" forName="dot9" refType="userD"/>
                  <dgm:constr type="h" for="ch" forName="dot9" refType="userD"/>
                  <dgm:constr type="ctrX" for="ch" forName="dot10" refType="w" fact="0.7714"/>
                  <dgm:constr type="ctrY" for="ch" forName="dot10" refType="h" fact="0.2816"/>
                  <dgm:constr type="w" for="ch" forName="dot10" refType="userD"/>
                  <dgm:constr type="h" for="ch" forName="dot10" refType="userD"/>
                  <dgm:constr type="ctrX" for="ch" forName="dotArrow1" refType="w" fact="0.7443"/>
                  <dgm:constr type="ctrY" for="ch" forName="dotArrow1" refType="h" fact="0.0748"/>
                  <dgm:constr type="w" for="ch" forName="dotArrow1" refType="userD"/>
                  <dgm:constr type="h" for="ch" forName="dotArrow1" refType="userD"/>
                  <dgm:constr type="ctrX" for="ch" forName="dotArrow2" refType="w" fact="0.7628"/>
                  <dgm:constr type="ctrY" for="ch" forName="dotArrow2" refType="h" fact="0.0581"/>
                  <dgm:constr type="w" for="ch" forName="dotArrow2" refType="userD"/>
                  <dgm:constr type="h" for="ch" forName="dotArrow2" refType="userD"/>
                  <dgm:constr type="ctrX" for="ch" forName="dotArrow3" refType="w" fact="0.7814"/>
                  <dgm:constr type="ctrY" for="ch" forName="dotArrow3" refType="h" fact="0.0414"/>
                  <dgm:constr type="w" for="ch" forName="dotArrow3" refType="userD"/>
                  <dgm:constr type="h" for="ch" forName="dotArrow3" refType="userD"/>
                  <dgm:constr type="ctrX" for="ch" forName="dotArrow4" refType="w" fact="0.7999"/>
                  <dgm:constr type="ctrY" for="ch" forName="dotArrow4" refType="h" fact="0.0581"/>
                  <dgm:constr type="w" for="ch" forName="dotArrow4" refType="userD"/>
                  <dgm:constr type="h" for="ch" forName="dotArrow4" refType="userD"/>
                  <dgm:constr type="ctrX" for="ch" forName="dotArrow5" refType="w" fact="0.8184"/>
                  <dgm:constr type="ctrY" for="ch" forName="dotArrow5" refType="h" fact="0.0748"/>
                  <dgm:constr type="w" for="ch" forName="dotArrow5" refType="userD"/>
                  <dgm:constr type="h" for="ch" forName="dotArrow5" refType="userD"/>
                  <dgm:constr type="ctrX" for="ch" forName="dotArrow6" refType="w" fact="0.7814"/>
                  <dgm:constr type="ctrY" for="ch" forName="dotArrow6" refType="h" fact="0.0766"/>
                  <dgm:constr type="w" for="ch" forName="dotArrow6" refType="userD"/>
                  <dgm:constr type="h" for="ch" forName="dotArrow6" refType="userD"/>
                  <dgm:constr type="ctrX" for="ch" forName="dotArrow7" refType="w" fact="0.7814"/>
                  <dgm:constr type="ctrY" for="ch" forName="dotArrow7" refType="h" fact="0.1118"/>
                  <dgm:constr type="w" for="ch" forName="dotArrow7" refType="userD"/>
                  <dgm:constr type="h" for="ch" forName="dotArrow7" refType="userD"/>
                  <dgm:constr type="l" for="ch" forName="parTx1" refType="w" fact="0.2479"/>
                  <dgm:constr type="t" for="ch" forName="parTx1" refType="h" fact="0.9416"/>
                  <dgm:constr type="w" for="ch" forName="parTx1" refType="w" fact="0.2696"/>
                  <dgm:constr type="h" for="ch" forName="parTx1" refType="h" fact="0.0811"/>
                  <dgm:constr type="ctrX" for="ch" forName="picture1" refType="w" fact="0.2356"/>
                  <dgm:constr type="ctrY" for="ch" forName="picture1" refType="h" fact="0.9322"/>
                  <dgm:constr type="w" for="ch" forName="picture1" refType="w" fact="0.125"/>
                  <dgm:constr type="h" for="ch" forName="picture1" refType="h" fact="0.1403"/>
                  <dgm:constr type="l" for="ch" forName="parTx2" refType="w" fact="0.5064"/>
                  <dgm:constr type="t" for="ch" forName="parTx2" refType="h" fact="0.8451"/>
                  <dgm:constr type="w" for="ch" forName="parTx2" refType="w" fact="0.2696"/>
                  <dgm:constr type="h" for="ch" forName="parTx2" refType="h" fact="0.0811"/>
                  <dgm:constr type="ctrX" for="ch" forName="picture2" refType="w" fact="0.4941"/>
                  <dgm:constr type="ctrY" for="ch" forName="picture2" refType="h" fact="0.8357"/>
                  <dgm:constr type="w" for="ch" forName="picture2" refType="w" fact="0.125"/>
                  <dgm:constr type="h" for="ch" forName="picture2" refType="h" fact="0.1403"/>
                  <dgm:constr type="l" for="ch" forName="parTx3" refType="w" fact="0.6339"/>
                  <dgm:constr type="t" for="ch" forName="parTx3" refType="h" fact="0.7006"/>
                  <dgm:constr type="w" for="ch" forName="parTx3" refType="w" fact="0.2696"/>
                  <dgm:constr type="h" for="ch" forName="parTx3" refType="h" fact="0.0811"/>
                  <dgm:constr type="ctrX" for="ch" forName="picture3" refType="w" fact="0.6216"/>
                  <dgm:constr type="ctrY" for="ch" forName="picture3" refType="h" fact="0.6912"/>
                  <dgm:constr type="w" for="ch" forName="picture3" refType="w" fact="0.125"/>
                  <dgm:constr type="h" for="ch" forName="picture3" refType="h" fact="0.1403"/>
                  <dgm:constr type="l" for="ch" forName="parTx4" refType="w" fact="0.7108"/>
                  <dgm:constr type="t" for="ch" forName="parTx4" refType="h" fact="0.5424"/>
                  <dgm:constr type="w" for="ch" forName="parTx4" refType="w" fact="0.2696"/>
                  <dgm:constr type="h" for="ch" forName="parTx4" refType="h" fact="0.0811"/>
                  <dgm:constr type="ctrX" for="ch" forName="picture4" refType="w" fact="0.6985"/>
                  <dgm:constr type="ctrY" for="ch" forName="picture4" refType="h" fact="0.533"/>
                  <dgm:constr type="w" for="ch" forName="picture4" refType="w" fact="0.125"/>
                  <dgm:constr type="h" for="ch" forName="picture4" refType="h" fact="0.1403"/>
                  <dgm:constr type="l" for="ch" forName="parTx5" refType="w" fact="0.7604"/>
                  <dgm:constr type="t" for="ch" forName="parTx5" refType="h" fact="0.372"/>
                  <dgm:constr type="w" for="ch" forName="parTx5" refType="w" fact="0.2696"/>
                  <dgm:constr type="h" for="ch" forName="parTx5" refType="h" fact="0.0811"/>
                  <dgm:constr type="ctrX" for="ch" forName="picture5" refType="w" fact="0.7481"/>
                  <dgm:constr type="ctrY" for="ch" forName="picture5" refType="h" fact="0.3626"/>
                  <dgm:constr type="w" for="ch" forName="picture5" refType="w" fact="0.125"/>
                  <dgm:constr type="h" for="ch" forName="picture5" refType="h" fact="0.1403"/>
                  <dgm:constr type="l" for="ch" forName="parTx6" refType="w" fact="0.7874"/>
                  <dgm:constr type="t" for="ch" forName="parTx6" refType="h" fact="0.2044"/>
                  <dgm:constr type="w" for="ch" forName="parTx6" refType="w" fact="0.2696"/>
                  <dgm:constr type="h" for="ch" forName="parTx6" refType="h" fact="0.0811"/>
                  <dgm:constr type="ctrX" for="ch" forName="picture6" refType="w" fact="0.7751"/>
                  <dgm:constr type="ctrY" for="ch" forName="picture6" refType="h" fact="0.195"/>
                  <dgm:constr type="w" for="ch" forName="picture6" refType="w" fact="0.125"/>
                  <dgm:constr type="h" for="ch" forName="picture6" refType="h" fact="0.1403"/>
                </dgm:constrLst>
              </dgm:else>
            </dgm:choose>
          </dgm:if>
          <dgm:else name="Name58">
            <dgm:choose name="Name59">
              <dgm:if name="Name60" axis="des" func="maxDepth" op="gt" val="1">
                <dgm:alg type="composite">
                  <dgm:param type="ar" val="1.33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primFontSz" for="ch" forName="parTx3" refType="primFontSz" refFor="ch" refForName="parTx1" op="equ"/>
                  <dgm:constr type="primFontSz" for="ch" forName="parTx4" refType="primFontSz" refFor="ch" refForName="parTx1" op="equ"/>
                  <dgm:constr type="primFontSz" for="ch" forName="parTx5" refType="primFontSz" refFor="ch" refForName="parTx1" op="equ"/>
                  <dgm:constr type="primFontSz" for="ch" forName="parTx6" refType="primFontSz" refFor="ch" refForName="parTx1" op="equ"/>
                  <dgm:constr type="primFontSz" for="ch" forName="desTx1" op="equ" val="65"/>
                  <dgm:constr type="primFontSz" for="ch" forName="desTx2" refType="primFontSz" refFor="ch" refForName="desTx1" op="equ"/>
                  <dgm:constr type="primFontSz" for="ch" forName="desTx3" refType="primFontSz" refFor="ch" refForName="desTx1" op="equ"/>
                  <dgm:constr type="primFontSz" for="ch" forName="desTx4" refType="primFontSz" refFor="ch" refForName="desTx1" op="equ"/>
                  <dgm:constr type="primFontSz" for="ch" forName="desTx5" refType="primFontSz" refFor="ch" refForName="desTx1" op="equ"/>
                  <dgm:constr type="primFontSz" for="ch" forName="desTx6" refType="primFontSz" refFor="ch" refForName="desTx1" op="equ"/>
                  <dgm:constr type="userD" refType="w" fact="0.0105"/>
                  <dgm:constr type="ctrX" for="ch" forName="dot1" refType="w" fact="0.6392"/>
                  <dgm:constr type="ctrY" for="ch" forName="dot1" refType="h" fact="0.8839"/>
                  <dgm:constr type="w" for="ch" forName="dot1" refType="userD"/>
                  <dgm:constr type="h" for="ch" forName="dot1" refType="userD"/>
                  <dgm:constr type="ctrX" for="ch" forName="dot2" refType="w" fact="0.6616"/>
                  <dgm:constr type="ctrY" for="ch" forName="dot2" refType="h" fact="0.8967"/>
                  <dgm:constr type="w" for="ch" forName="dot2" refType="userD"/>
                  <dgm:constr type="h" for="ch" forName="dot2" refType="userD"/>
                  <dgm:constr type="ctrX" for="ch" forName="dot3" refType="w" fact="0.6845"/>
                  <dgm:constr type="ctrY" for="ch" forName="dot3" refType="h" fact="0.9076"/>
                  <dgm:constr type="w" for="ch" forName="dot3" refType="userD"/>
                  <dgm:constr type="h" for="ch" forName="dot3" refType="userD"/>
                  <dgm:constr type="ctrX" for="ch" forName="dot4" refType="w" fact="0.7077"/>
                  <dgm:constr type="ctrY" for="ch" forName="dot4" refType="h" fact="0.9165"/>
                  <dgm:constr type="w" for="ch" forName="dot4" refType="userD"/>
                  <dgm:constr type="h" for="ch" forName="dot4" refType="userD"/>
                  <dgm:constr type="ctrX" for="ch" forName="dot5" refType="w" fact="0.7312"/>
                  <dgm:constr type="ctrY" for="ch" forName="dot5" refType="h" fact="0.9234"/>
                  <dgm:constr type="w" for="ch" forName="dot5" refType="userD"/>
                  <dgm:constr type="h" for="ch" forName="dot5" refType="userD"/>
                  <dgm:constr type="ctrX" for="ch" forName="dot6" refType="w" fact="0.5117"/>
                  <dgm:constr type="ctrY" for="ch" forName="dot6" refType="h" fact="0.764"/>
                  <dgm:constr type="w" for="ch" forName="dot6" refType="userD"/>
                  <dgm:constr type="h" for="ch" forName="dot6" refType="userD"/>
                  <dgm:constr type="ctrX" for="ch" forName="dot7" refType="w" fact="0.5305"/>
                  <dgm:constr type="ctrY" for="ch" forName="dot7" refType="h" fact="0.7878"/>
                  <dgm:constr type="w" for="ch" forName="dot7" refType="userD"/>
                  <dgm:constr type="h" for="ch" forName="dot7" refType="userD"/>
                  <dgm:constr type="ctrX" for="ch" forName="dot8" refType="w" fact="0.4304"/>
                  <dgm:constr type="ctrY" for="ch" forName="dot8" refType="h" fact="0.6227"/>
                  <dgm:constr type="w" for="ch" forName="dot8" refType="userD"/>
                  <dgm:constr type="h" for="ch" forName="dot8" refType="userD"/>
                  <dgm:constr type="ctrX" for="ch" forName="dot9" refType="w" fact="0.3753"/>
                  <dgm:constr type="ctrY" for="ch" forName="dot9" refType="h" fact="0.4556"/>
                  <dgm:constr type="w" for="ch" forName="dot9" refType="userD"/>
                  <dgm:constr type="h" for="ch" forName="dot9" refType="userD"/>
                  <dgm:constr type="ctrX" for="ch" forName="dot10" refType="w" fact="0.3491"/>
                  <dgm:constr type="ctrY" for="ch" forName="dot10" refType="h" fact="0.2816"/>
                  <dgm:constr type="w" for="ch" forName="dot10" refType="userD"/>
                  <dgm:constr type="h" for="ch" forName="dot10" refType="userD"/>
                  <dgm:constr type="ctrX" for="ch" forName="dotArrow1" refType="w" fact="0.3719"/>
                  <dgm:constr type="ctrY" for="ch" forName="dotArrow1" refType="h" fact="0.0748"/>
                  <dgm:constr type="w" for="ch" forName="dotArrow1" refType="userD"/>
                  <dgm:constr type="h" for="ch" forName="dotArrow1" refType="userD"/>
                  <dgm:constr type="ctrX" for="ch" forName="dotArrow2" refType="w" fact="0.3563"/>
                  <dgm:constr type="ctrY" for="ch" forName="dotArrow2" refType="h" fact="0.0581"/>
                  <dgm:constr type="w" for="ch" forName="dotArrow2" refType="userD"/>
                  <dgm:constr type="h" for="ch" forName="dotArrow2" refType="userD"/>
                  <dgm:constr type="ctrX" for="ch" forName="dotArrow3" refType="w" fact="0.3407"/>
                  <dgm:constr type="ctrY" for="ch" forName="dotArrow3" refType="h" fact="0.0414"/>
                  <dgm:constr type="w" for="ch" forName="dotArrow3" refType="userD"/>
                  <dgm:constr type="h" for="ch" forName="dotArrow3" refType="userD"/>
                  <dgm:constr type="ctrX" for="ch" forName="dotArrow4" refType="w" fact="0.325"/>
                  <dgm:constr type="ctrY" for="ch" forName="dotArrow4" refType="h" fact="0.0581"/>
                  <dgm:constr type="w" for="ch" forName="dotArrow4" refType="userD"/>
                  <dgm:constr type="h" for="ch" forName="dotArrow4" refType="userD"/>
                  <dgm:constr type="ctrX" for="ch" forName="dotArrow5" refType="w" fact="0.3094"/>
                  <dgm:constr type="ctrY" for="ch" forName="dotArrow5" refType="h" fact="0.0748"/>
                  <dgm:constr type="w" for="ch" forName="dotArrow5" refType="userD"/>
                  <dgm:constr type="h" for="ch" forName="dotArrow5" refType="userD"/>
                  <dgm:constr type="ctrX" for="ch" forName="dotArrow6" refType="w" fact="0.3407"/>
                  <dgm:constr type="ctrY" for="ch" forName="dotArrow6" refType="h" fact="0.0766"/>
                  <dgm:constr type="w" for="ch" forName="dotArrow6" refType="userD"/>
                  <dgm:constr type="h" for="ch" forName="dotArrow6" refType="userD"/>
                  <dgm:constr type="ctrX" for="ch" forName="dotArrow7" refType="w" fact="0.3407"/>
                  <dgm:constr type="ctrY" for="ch" forName="dotArrow7" refType="h" fact="0.1118"/>
                  <dgm:constr type="w" for="ch" forName="dotArrow7" refType="userD"/>
                  <dgm:constr type="h" for="ch" forName="dotArrow7" refType="userD"/>
                  <dgm:constr type="r" for="ch" forName="parTx1" refType="w" fact="0.7909"/>
                  <dgm:constr type="t" for="ch" forName="parTx1" refType="h" fact="0.9433"/>
                  <dgm:constr type="w" for="ch" forName="parTx1" refType="w" fact="0.2275"/>
                  <dgm:constr type="h" for="ch" forName="parTx1" refType="h" fact="0.0811"/>
                  <dgm:constr type="ctrX" for="ch" forName="picture1" refType="w" fact="0.8012"/>
                  <dgm:constr type="ctrY" for="ch" forName="picture1" refType="h" fact="0.9322"/>
                  <dgm:constr type="w" for="ch" forName="picture1" refType="w" fact="0.1055"/>
                  <dgm:constr type="h" for="ch" forName="picture1" refType="h" fact="0.1403"/>
                  <dgm:constr type="r" for="ch" forName="desTx1" refType="l" refFor="ch" refForName="parTx1"/>
                  <dgm:constr type="l" for="ch" forName="desTx1"/>
                  <dgm:constr type="t" for="ch" forName="desTx1" refType="t" refFor="ch" refForName="parTx1"/>
                  <dgm:constr type="h" for="ch" forName="desTx1" refType="h" refFor="ch" refForName="parTx1"/>
                  <dgm:constr type="r" for="ch" forName="parTx2" refType="w" fact="0.5727"/>
                  <dgm:constr type="t" for="ch" forName="parTx2" refType="h" fact="0.8468"/>
                  <dgm:constr type="w" for="ch" forName="parTx2" refType="w" fact="0.2275"/>
                  <dgm:constr type="h" for="ch" forName="parTx2" refType="h" fact="0.0811"/>
                  <dgm:constr type="ctrX" for="ch" forName="picture2" refType="w" fact="0.5831"/>
                  <dgm:constr type="ctrY" for="ch" forName="picture2" refType="h" fact="0.8357"/>
                  <dgm:constr type="w" for="ch" forName="picture2" refType="w" fact="0.1055"/>
                  <dgm:constr type="h" for="ch" forName="picture2" refType="h" fact="0.1403"/>
                  <dgm:constr type="r" for="ch" forName="desTx2" refType="l" refFor="ch" refForName="parTx2"/>
                  <dgm:constr type="l" for="ch" forName="desTx2"/>
                  <dgm:constr type="t" for="ch" forName="desTx2" refType="t" refFor="ch" refForName="parTx2"/>
                  <dgm:constr type="h" for="ch" forName="desTx2" refType="h" refFor="ch" refForName="parTx2"/>
                  <dgm:constr type="r" for="ch" forName="parTx3" refType="w" fact="0.4651"/>
                  <dgm:constr type="t" for="ch" forName="parTx3" refType="h" fact="0.7023"/>
                  <dgm:constr type="w" for="ch" forName="parTx3" refType="w" fact="0.2275"/>
                  <dgm:constr type="h" for="ch" forName="parTx3" refType="h" fact="0.0811"/>
                  <dgm:constr type="ctrX" for="ch" forName="picture3" refType="w" fact="0.4755"/>
                  <dgm:constr type="ctrY" for="ch" forName="picture3" refType="h" fact="0.6912"/>
                  <dgm:constr type="w" for="ch" forName="picture3" refType="w" fact="0.1055"/>
                  <dgm:constr type="h" for="ch" forName="picture3" refType="h" fact="0.1403"/>
                  <dgm:constr type="r" for="ch" forName="desTx3" refType="l" refFor="ch" refForName="parTx3"/>
                  <dgm:constr type="l" for="ch" forName="desTx3"/>
                  <dgm:constr type="t" for="ch" forName="desTx3" refType="t" refFor="ch" refForName="parTx3"/>
                  <dgm:constr type="h" for="ch" forName="desTx3" refType="h" refFor="ch" refForName="parTx3"/>
                  <dgm:constr type="r" for="ch" forName="parTx4" refType="w" fact="0.4002"/>
                  <dgm:constr type="t" for="ch" forName="parTx4" refType="h" fact="0.5441"/>
                  <dgm:constr type="w" for="ch" forName="parTx4" refType="w" fact="0.2275"/>
                  <dgm:constr type="h" for="ch" forName="parTx4" refType="h" fact="0.0811"/>
                  <dgm:constr type="ctrX" for="ch" forName="picture4" refType="w" fact="0.4106"/>
                  <dgm:constr type="ctrY" for="ch" forName="picture4" refType="h" fact="0.533"/>
                  <dgm:constr type="w" for="ch" forName="picture4" refType="w" fact="0.1055"/>
                  <dgm:constr type="h" for="ch" forName="picture4" refType="h" fact="0.1403"/>
                  <dgm:constr type="r" for="ch" forName="desTx4" refType="l" refFor="ch" refForName="parTx4"/>
                  <dgm:constr type="l" for="ch" forName="desTx4"/>
                  <dgm:constr type="t" for="ch" forName="desTx4" refType="t" refFor="ch" refForName="parTx4"/>
                  <dgm:constr type="h" for="ch" forName="desTx4" refType="h" refFor="ch" refForName="parTx4"/>
                  <dgm:constr type="r" for="ch" forName="parTx5" refType="w" fact="0.3584"/>
                  <dgm:constr type="t" for="ch" forName="parTx5" refType="h" fact="0.3737"/>
                  <dgm:constr type="w" for="ch" forName="parTx5" refType="w" fact="0.2275"/>
                  <dgm:constr type="h" for="ch" forName="parTx5" refType="h" fact="0.0811"/>
                  <dgm:constr type="ctrX" for="ch" forName="picture5" refType="w" fact="0.3687"/>
                  <dgm:constr type="ctrY" for="ch" forName="picture5" refType="h" fact="0.3626"/>
                  <dgm:constr type="w" for="ch" forName="picture5" refType="w" fact="0.1055"/>
                  <dgm:constr type="h" for="ch" forName="picture5" refType="h" fact="0.1403"/>
                  <dgm:constr type="r" for="ch" forName="desTx5" refType="l" refFor="ch" refForName="parTx5"/>
                  <dgm:constr type="l" for="ch" forName="desTx5"/>
                  <dgm:constr type="t" for="ch" forName="desTx5" refType="t" refFor="ch" refForName="parTx5"/>
                  <dgm:constr type="h" for="ch" forName="desTx5" refType="h" refFor="ch" refForName="parTx5"/>
                  <dgm:constr type="r" for="ch" forName="parTx6" refType="w" fact="0.3356"/>
                  <dgm:constr type="t" for="ch" forName="parTx6" refType="h" fact="0.2061"/>
                  <dgm:constr type="w" for="ch" forName="parTx6" refType="w" fact="0.2275"/>
                  <dgm:constr type="h" for="ch" forName="parTx6" refType="h" fact="0.0811"/>
                  <dgm:constr type="ctrX" for="ch" forName="picture6" refType="w" fact="0.3459"/>
                  <dgm:constr type="ctrY" for="ch" forName="picture6" refType="h" fact="0.195"/>
                  <dgm:constr type="w" for="ch" forName="picture6" refType="w" fact="0.1055"/>
                  <dgm:constr type="h" for="ch" forName="picture6" refType="h" fact="0.1403"/>
                  <dgm:constr type="r" for="ch" forName="desTx6" refType="l" refFor="ch" refForName="parTx6"/>
                  <dgm:constr type="l" for="ch" forName="desTx6"/>
                  <dgm:constr type="t" for="ch" forName="desTx6" refType="t" refFor="ch" refForName="parTx6"/>
                  <dgm:constr type="h" for="ch" forName="desTx6" refType="h" refFor="ch" refForName="parTx6"/>
                </dgm:constrLst>
              </dgm:if>
              <dgm:else name="Name61">
                <dgm:alg type="composite">
                  <dgm:param type="ar" val="1.1223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primFontSz" for="ch" forName="parTx3" refType="primFontSz" refFor="ch" refForName="parTx1" op="equ"/>
                  <dgm:constr type="primFontSz" for="ch" forName="parTx4" refType="primFontSz" refFor="ch" refForName="parTx1" op="equ"/>
                  <dgm:constr type="primFontSz" for="ch" forName="parTx5" refType="primFontSz" refFor="ch" refForName="parTx1" op="equ"/>
                  <dgm:constr type="primFontSz" for="ch" forName="parTx6" refType="primFontSz" refFor="ch" refForName="parTx1" op="equ"/>
                  <dgm:constr type="userD" refType="w" fact="0.0125"/>
                  <dgm:constr type="ctrX" for="ch" forName="dot1" refType="w" fact="0.5724"/>
                  <dgm:constr type="ctrY" for="ch" forName="dot1" refType="h" fact="0.8839"/>
                  <dgm:constr type="w" for="ch" forName="dot1" refType="userD"/>
                  <dgm:constr type="h" for="ch" forName="dot1" refType="userD"/>
                  <dgm:constr type="ctrX" for="ch" forName="dot2" refType="w" fact="0.599"/>
                  <dgm:constr type="ctrY" for="ch" forName="dot2" refType="h" fact="0.8967"/>
                  <dgm:constr type="w" for="ch" forName="dot2" refType="userD"/>
                  <dgm:constr type="h" for="ch" forName="dot2" refType="userD"/>
                  <dgm:constr type="ctrX" for="ch" forName="dot3" refType="w" fact="0.6261"/>
                  <dgm:constr type="ctrY" for="ch" forName="dot3" refType="h" fact="0.9076"/>
                  <dgm:constr type="w" for="ch" forName="dot3" refType="userD"/>
                  <dgm:constr type="h" for="ch" forName="dot3" refType="userD"/>
                  <dgm:constr type="ctrX" for="ch" forName="dot4" refType="w" fact="0.6536"/>
                  <dgm:constr type="ctrY" for="ch" forName="dot4" refType="h" fact="0.9165"/>
                  <dgm:constr type="w" for="ch" forName="dot4" refType="userD"/>
                  <dgm:constr type="h" for="ch" forName="dot4" refType="userD"/>
                  <dgm:constr type="ctrX" for="ch" forName="dot5" refType="w" fact="0.6814"/>
                  <dgm:constr type="ctrY" for="ch" forName="dot5" refType="h" fact="0.9234"/>
                  <dgm:constr type="w" for="ch" forName="dot5" refType="userD"/>
                  <dgm:constr type="h" for="ch" forName="dot5" refType="userD"/>
                  <dgm:constr type="ctrX" for="ch" forName="dot6" refType="w" fact="0.4214"/>
                  <dgm:constr type="ctrY" for="ch" forName="dot6" refType="h" fact="0.764"/>
                  <dgm:constr type="w" for="ch" forName="dot6" refType="userD"/>
                  <dgm:constr type="h" for="ch" forName="dot6" refType="userD"/>
                  <dgm:constr type="ctrX" for="ch" forName="dot7" refType="w" fact="0.4436"/>
                  <dgm:constr type="ctrY" for="ch" forName="dot7" refType="h" fact="0.7878"/>
                  <dgm:constr type="w" for="ch" forName="dot7" refType="userD"/>
                  <dgm:constr type="h" for="ch" forName="dot7" refType="userD"/>
                  <dgm:constr type="ctrX" for="ch" forName="dot8" refType="w" fact="0.325"/>
                  <dgm:constr type="ctrY" for="ch" forName="dot8" refType="h" fact="0.6227"/>
                  <dgm:constr type="w" for="ch" forName="dot8" refType="userD"/>
                  <dgm:constr type="h" for="ch" forName="dot8" refType="userD"/>
                  <dgm:constr type="ctrX" for="ch" forName="dot9" refType="w" fact="0.2597"/>
                  <dgm:constr type="ctrY" for="ch" forName="dot9" refType="h" fact="0.4556"/>
                  <dgm:constr type="w" for="ch" forName="dot9" refType="userD"/>
                  <dgm:constr type="h" for="ch" forName="dot9" refType="userD"/>
                  <dgm:constr type="ctrX" for="ch" forName="dot10" refType="w" fact="0.2286"/>
                  <dgm:constr type="ctrY" for="ch" forName="dot10" refType="h" fact="0.2816"/>
                  <dgm:constr type="w" for="ch" forName="dot10" refType="userD"/>
                  <dgm:constr type="h" for="ch" forName="dot10" refType="userD"/>
                  <dgm:constr type="ctrX" for="ch" forName="dotArrow1" refType="w" fact="0.2557"/>
                  <dgm:constr type="ctrY" for="ch" forName="dotArrow1" refType="h" fact="0.0748"/>
                  <dgm:constr type="w" for="ch" forName="dotArrow1" refType="userD"/>
                  <dgm:constr type="h" for="ch" forName="dotArrow1" refType="userD"/>
                  <dgm:constr type="ctrX" for="ch" forName="dotArrow2" refType="w" fact="0.2372"/>
                  <dgm:constr type="ctrY" for="ch" forName="dotArrow2" refType="h" fact="0.0581"/>
                  <dgm:constr type="w" for="ch" forName="dotArrow2" refType="userD"/>
                  <dgm:constr type="h" for="ch" forName="dotArrow2" refType="userD"/>
                  <dgm:constr type="ctrX" for="ch" forName="dotArrow3" refType="w" fact="0.2187"/>
                  <dgm:constr type="ctrY" for="ch" forName="dotArrow3" refType="h" fact="0.0414"/>
                  <dgm:constr type="w" for="ch" forName="dotArrow3" refType="userD"/>
                  <dgm:constr type="h" for="ch" forName="dotArrow3" refType="userD"/>
                  <dgm:constr type="ctrX" for="ch" forName="dotArrow4" refType="w" fact="0.2001"/>
                  <dgm:constr type="ctrY" for="ch" forName="dotArrow4" refType="h" fact="0.0581"/>
                  <dgm:constr type="w" for="ch" forName="dotArrow4" refType="userD"/>
                  <dgm:constr type="h" for="ch" forName="dotArrow4" refType="userD"/>
                  <dgm:constr type="ctrX" for="ch" forName="dotArrow5" refType="w" fact="0.1816"/>
                  <dgm:constr type="ctrY" for="ch" forName="dotArrow5" refType="h" fact="0.0748"/>
                  <dgm:constr type="w" for="ch" forName="dotArrow5" refType="userD"/>
                  <dgm:constr type="h" for="ch" forName="dotArrow5" refType="userD"/>
                  <dgm:constr type="ctrX" for="ch" forName="dotArrow6" refType="w" fact="0.2187"/>
                  <dgm:constr type="ctrY" for="ch" forName="dotArrow6" refType="h" fact="0.0766"/>
                  <dgm:constr type="w" for="ch" forName="dotArrow6" refType="userD"/>
                  <dgm:constr type="h" for="ch" forName="dotArrow6" refType="userD"/>
                  <dgm:constr type="ctrX" for="ch" forName="dotArrow7" refType="w" fact="0.2187"/>
                  <dgm:constr type="ctrY" for="ch" forName="dotArrow7" refType="h" fact="0.1118"/>
                  <dgm:constr type="w" for="ch" forName="dotArrow7" refType="userD"/>
                  <dgm:constr type="h" for="ch" forName="dotArrow7" refType="userD"/>
                  <dgm:constr type="r" for="ch" forName="parTx1" refType="w" fact="0.7522"/>
                  <dgm:constr type="t" for="ch" forName="parTx1" refType="h" fact="0.9416"/>
                  <dgm:constr type="w" for="ch" forName="parTx1" refType="w" fact="0.2696"/>
                  <dgm:constr type="h" for="ch" forName="parTx1" refType="h" fact="0.0811"/>
                  <dgm:constr type="ctrX" for="ch" forName="picture1" refType="w" fact="0.7644"/>
                  <dgm:constr type="ctrY" for="ch" forName="picture1" refType="h" fact="0.9322"/>
                  <dgm:constr type="w" for="ch" forName="picture1" refType="w" fact="0.125"/>
                  <dgm:constr type="h" for="ch" forName="picture1" refType="h" fact="0.1403"/>
                  <dgm:constr type="r" for="ch" forName="parTx2" refType="w" fact="0.4937"/>
                  <dgm:constr type="t" for="ch" forName="parTx2" refType="h" fact="0.8451"/>
                  <dgm:constr type="w" for="ch" forName="parTx2" refType="w" fact="0.2696"/>
                  <dgm:constr type="h" for="ch" forName="parTx2" refType="h" fact="0.0811"/>
                  <dgm:constr type="ctrX" for="ch" forName="picture2" refType="w" fact="0.5059"/>
                  <dgm:constr type="ctrY" for="ch" forName="picture2" refType="h" fact="0.8357"/>
                  <dgm:constr type="w" for="ch" forName="picture2" refType="w" fact="0.125"/>
                  <dgm:constr type="h" for="ch" forName="picture2" refType="h" fact="0.1403"/>
                  <dgm:constr type="r" for="ch" forName="parTx3" refType="w" fact="0.3662"/>
                  <dgm:constr type="t" for="ch" forName="parTx3" refType="h" fact="0.7006"/>
                  <dgm:constr type="w" for="ch" forName="parTx3" refType="w" fact="0.2696"/>
                  <dgm:constr type="h" for="ch" forName="parTx3" refType="h" fact="0.0811"/>
                  <dgm:constr type="ctrX" for="ch" forName="picture3" refType="w" fact="0.3784"/>
                  <dgm:constr type="ctrY" for="ch" forName="picture3" refType="h" fact="0.6912"/>
                  <dgm:constr type="w" for="ch" forName="picture3" refType="w" fact="0.125"/>
                  <dgm:constr type="h" for="ch" forName="picture3" refType="h" fact="0.1403"/>
                  <dgm:constr type="r" for="ch" forName="parTx4" refType="w" fact="0.2893"/>
                  <dgm:constr type="t" for="ch" forName="parTx4" refType="h" fact="0.5424"/>
                  <dgm:constr type="w" for="ch" forName="parTx4" refType="w" fact="0.2696"/>
                  <dgm:constr type="h" for="ch" forName="parTx4" refType="h" fact="0.0811"/>
                  <dgm:constr type="ctrX" for="ch" forName="picture4" refType="w" fact="0.3015"/>
                  <dgm:constr type="ctrY" for="ch" forName="picture4" refType="h" fact="0.533"/>
                  <dgm:constr type="w" for="ch" forName="picture4" refType="w" fact="0.125"/>
                  <dgm:constr type="h" for="ch" forName="picture4" refType="h" fact="0.1403"/>
                  <dgm:constr type="r" for="ch" forName="parTx5" refType="w" fact="0.2397"/>
                  <dgm:constr type="t" for="ch" forName="parTx5" refType="h" fact="0.372"/>
                  <dgm:constr type="w" for="ch" forName="parTx5" refType="w" fact="0.2696"/>
                  <dgm:constr type="h" for="ch" forName="parTx5" refType="h" fact="0.0811"/>
                  <dgm:constr type="ctrX" for="ch" forName="picture5" refType="w" fact="0.2519"/>
                  <dgm:constr type="ctrY" for="ch" forName="picture5" refType="h" fact="0.3626"/>
                  <dgm:constr type="w" for="ch" forName="picture5" refType="w" fact="0.125"/>
                  <dgm:constr type="h" for="ch" forName="picture5" refType="h" fact="0.1403"/>
                  <dgm:constr type="r" for="ch" forName="parTx6" refType="w" fact="0.2127"/>
                  <dgm:constr type="t" for="ch" forName="parTx6" refType="h" fact="0.2044"/>
                  <dgm:constr type="w" for="ch" forName="parTx6" refType="w" fact="0.2696"/>
                  <dgm:constr type="h" for="ch" forName="parTx6" refType="h" fact="0.0811"/>
                  <dgm:constr type="ctrX" for="ch" forName="picture6" refType="w" fact="0.2249"/>
                  <dgm:constr type="ctrY" for="ch" forName="picture6" refType="h" fact="0.195"/>
                  <dgm:constr type="w" for="ch" forName="picture6" refType="w" fact="0.125"/>
                  <dgm:constr type="h" for="ch" forName="picture6" refType="h" fact="0.1403"/>
                </dgm:constrLst>
              </dgm:else>
            </dgm:choose>
          </dgm:else>
        </dgm:choose>
      </dgm:if>
      <dgm:else name="Name62">
        <dgm:choose name="Name63">
          <dgm:if name="Name64" func="var" arg="dir" op="equ" val="norm">
            <dgm:choose name="Name65">
              <dgm:if name="Name66" axis="des" func="maxDepth" op="gt" val="1">
                <dgm:alg type="composite">
                  <dgm:param type="ar" val="1.25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primFontSz" for="ch" forName="parTx3" refType="primFontSz" refFor="ch" refForName="parTx1" op="equ"/>
                  <dgm:constr type="primFontSz" for="ch" forName="parTx4" refType="primFontSz" refFor="ch" refForName="parTx1" op="equ"/>
                  <dgm:constr type="primFontSz" for="ch" forName="parTx5" refType="primFontSz" refFor="ch" refForName="parTx1" op="equ"/>
                  <dgm:constr type="primFontSz" for="ch" forName="parTx6" refType="primFontSz" refFor="ch" refForName="parTx1" op="equ"/>
                  <dgm:constr type="primFontSz" for="ch" forName="parTx7" refType="primFontSz" refFor="ch" refForName="parTx1" op="equ"/>
                  <dgm:constr type="primFontSz" for="ch" forName="desTx1" op="equ" val="65"/>
                  <dgm:constr type="primFontSz" for="ch" forName="desTx2" refType="primFontSz" refFor="ch" refForName="desTx1" op="equ"/>
                  <dgm:constr type="primFontSz" for="ch" forName="desTx3" refType="primFontSz" refFor="ch" refForName="desTx1" op="equ"/>
                  <dgm:constr type="primFontSz" for="ch" forName="desTx4" refType="primFontSz" refFor="ch" refForName="desTx1" op="equ"/>
                  <dgm:constr type="primFontSz" for="ch" forName="desTx5" refType="primFontSz" refFor="ch" refForName="desTx1" op="equ"/>
                  <dgm:constr type="primFontSz" for="ch" forName="desTx6" refType="primFontSz" refFor="ch" refForName="desTx1" op="equ"/>
                  <dgm:constr type="primFontSz" for="ch" forName="desTx7" refType="primFontSz" refFor="ch" refForName="desTx1" op="equ"/>
                  <dgm:constr type="userD" refType="w" fact="0.0097"/>
                  <dgm:constr type="ctrX" for="ch" forName="dot1" refType="w" fact="0.3909"/>
                  <dgm:constr type="ctrY" for="ch" forName="dot1" refType="h" fact="0.8342"/>
                  <dgm:constr type="w" for="ch" forName="dot1" refType="userD"/>
                  <dgm:constr type="h" for="ch" forName="dot1" refType="userD"/>
                  <dgm:constr type="ctrX" for="ch" forName="dot2" refType="w" fact="0.3721"/>
                  <dgm:constr type="ctrY" for="ch" forName="dot2" refType="h" fact="0.8448"/>
                  <dgm:constr type="w" for="ch" forName="dot2" refType="userD"/>
                  <dgm:constr type="h" for="ch" forName="dot2" refType="userD"/>
                  <dgm:constr type="ctrX" for="ch" forName="dot3" refType="w" fact="0.353"/>
                  <dgm:constr type="ctrY" for="ch" forName="dot3" refType="h" fact="0.8539"/>
                  <dgm:constr type="w" for="ch" forName="dot3" refType="userD"/>
                  <dgm:constr type="h" for="ch" forName="dot3" refType="userD"/>
                  <dgm:constr type="ctrX" for="ch" forName="dot4" refType="w" fact="0.3337"/>
                  <dgm:constr type="ctrY" for="ch" forName="dot4" refType="h" fact="0.8615"/>
                  <dgm:constr type="w" for="ch" forName="dot4" refType="userD"/>
                  <dgm:constr type="h" for="ch" forName="dot4" refType="userD"/>
                  <dgm:constr type="ctrX" for="ch" forName="dot5" refType="w" fact="0.3142"/>
                  <dgm:constr type="ctrY" for="ch" forName="dot5" refType="h" fact="0.8676"/>
                  <dgm:constr type="w" for="ch" forName="dot5" refType="userD"/>
                  <dgm:constr type="h" for="ch" forName="dot5" refType="userD"/>
                  <dgm:constr type="ctrX" for="ch" forName="dot6" refType="w" fact="0.5088"/>
                  <dgm:constr type="ctrY" for="ch" forName="dot6" refType="h" fact="0.7255"/>
                  <dgm:constr type="w" for="ch" forName="dot6" refType="userD"/>
                  <dgm:constr type="h" for="ch" forName="dot6" refType="userD"/>
                  <dgm:constr type="ctrX" for="ch" forName="dot7" refType="w" fact="0.4926"/>
                  <dgm:constr type="ctrY" for="ch" forName="dot7" refType="h" fact="0.7454"/>
                  <dgm:constr type="w" for="ch" forName="dot7" refType="userD"/>
                  <dgm:constr type="h" for="ch" forName="dot7" refType="userD"/>
                  <dgm:constr type="ctrX" for="ch" forName="dot8" refType="w" fact="0.5836"/>
                  <dgm:constr type="ctrY" for="ch" forName="dot8" refType="h" fact="0.6026"/>
                  <dgm:constr type="w" for="ch" forName="dot8" refType="userD"/>
                  <dgm:constr type="h" for="ch" forName="dot8" refType="userD"/>
                  <dgm:constr type="ctrX" for="ch" forName="dot9" refType="w" fact="0.6371"/>
                  <dgm:constr type="ctrY" for="ch" forName="dot9" refType="h" fact="0.4632"/>
                  <dgm:constr type="w" for="ch" forName="dot9" refType="userD"/>
                  <dgm:constr type="h" for="ch" forName="dot9" refType="userD"/>
                  <dgm:constr type="ctrX" for="ch" forName="dot10" refType="w" fact="0.6701"/>
                  <dgm:constr type="ctrY" for="ch" forName="dot10" refType="h" fact="0.3187"/>
                  <dgm:constr type="w" for="ch" forName="dot10" refType="userD"/>
                  <dgm:constr type="h" for="ch" forName="dot10" refType="userD"/>
                  <dgm:constr type="ctrX" for="ch" forName="dot11" refType="w" fact="0.6853"/>
                  <dgm:constr type="ctrY" for="ch" forName="dot11" refType="h" fact="0.1763"/>
                  <dgm:constr type="w" for="ch" forName="dot11" refType="userD"/>
                  <dgm:constr type="h" for="ch" forName="dot11" refType="userD"/>
                  <dgm:constr type="ctrX" for="ch" forName="dotArrow1" refType="w" fact="0.6627"/>
                  <dgm:constr type="ctrY" for="ch" forName="dotArrow1" refType="h" fact="-0.0099"/>
                  <dgm:constr type="w" for="ch" forName="dotArrow1" refType="userD"/>
                  <dgm:constr type="h" for="ch" forName="dotArrow1" refType="userD"/>
                  <dgm:constr type="ctrX" for="ch" forName="dotArrow2" refType="w" fact="0.6773"/>
                  <dgm:constr type="ctrY" for="ch" forName="dotArrow2" refType="h" fact="-0.0239"/>
                  <dgm:constr type="w" for="ch" forName="dotArrow2" refType="userD"/>
                  <dgm:constr type="h" for="ch" forName="dotArrow2" refType="userD"/>
                  <dgm:constr type="ctrX" for="ch" forName="dotArrow3" refType="w" fact="0.6919"/>
                  <dgm:constr type="ctrY" for="ch" forName="dotArrow3" refType="h" fact="-0.0378"/>
                  <dgm:constr type="w" for="ch" forName="dotArrow3" refType="userD"/>
                  <dgm:constr type="h" for="ch" forName="dotArrow3" refType="userD"/>
                  <dgm:constr type="ctrX" for="ch" forName="dotArrow4" refType="w" fact="0.7065"/>
                  <dgm:constr type="ctrY" for="ch" forName="dotArrow4" refType="h" fact="-0.0239"/>
                  <dgm:constr type="w" for="ch" forName="dotArrow4" refType="userD"/>
                  <dgm:constr type="h" for="ch" forName="dotArrow4" refType="userD"/>
                  <dgm:constr type="ctrX" for="ch" forName="dotArrow5" refType="w" fact="0.7212"/>
                  <dgm:constr type="ctrY" for="ch" forName="dotArrow5" refType="h" fact="-0.0099"/>
                  <dgm:constr type="w" for="ch" forName="dotArrow5" refType="userD"/>
                  <dgm:constr type="h" for="ch" forName="dotArrow5" refType="userD"/>
                  <dgm:constr type="ctrX" for="ch" forName="dotArrow6" refType="w" fact="0.6919"/>
                  <dgm:constr type="ctrY" for="ch" forName="dotArrow6" refType="h" fact="-0.0084"/>
                  <dgm:constr type="w" for="ch" forName="dotArrow6" refType="userD"/>
                  <dgm:constr type="h" for="ch" forName="dotArrow6" refType="userD"/>
                  <dgm:constr type="ctrX" for="ch" forName="dotArrow7" refType="w" fact="0.6919"/>
                  <dgm:constr type="ctrY" for="ch" forName="dotArrow7" refType="h" fact="0.0211"/>
                  <dgm:constr type="w" for="ch" forName="dotArrow7" refType="userD"/>
                  <dgm:constr type="h" for="ch" forName="dotArrow7" refType="userD"/>
                  <dgm:constr type="l" for="ch" forName="parTx1" refType="w" fact="0.2556"/>
                  <dgm:constr type="t" for="ch" forName="parTx1" refType="h" fact="0.8856"/>
                  <dgm:constr type="w" for="ch" forName="parTx1" refType="w" fact="0.2101"/>
                  <dgm:constr type="h" for="ch" forName="parTx1" refType="h" fact="0.0704"/>
                  <dgm:constr type="ctrX" for="ch" forName="picture1" refType="w" fact="0.246"/>
                  <dgm:constr type="ctrY" for="ch" forName="picture1" refType="h" fact="0.8769"/>
                  <dgm:constr type="w" for="ch" forName="picture1" refType="w" fact="0.0974"/>
                  <dgm:constr type="h" for="ch" forName="picture1" refType="h" fact="0.1218"/>
                  <dgm:constr type="l" for="ch" forName="desTx1" refType="r" refFor="ch" refForName="parTx1"/>
                  <dgm:constr type="r" for="ch" forName="desTx1" refType="w"/>
                  <dgm:constr type="t" for="ch" forName="desTx1" refType="t" refFor="ch" refForName="parTx1"/>
                  <dgm:constr type="h" for="ch" forName="desTx1" refType="h" refFor="ch" refForName="parTx1"/>
                  <dgm:constr type="l" for="ch" forName="parTx2" refType="w" fact="0.4535"/>
                  <dgm:constr type="t" for="ch" forName="parTx2" refType="h" fact="0.7956"/>
                  <dgm:constr type="w" for="ch" forName="parTx2" refType="w" fact="0.2101"/>
                  <dgm:constr type="h" for="ch" forName="parTx2" refType="h" fact="0.0704"/>
                  <dgm:constr type="ctrX" for="ch" forName="picture2" refType="w" fact="0.4439"/>
                  <dgm:constr type="ctrY" for="ch" forName="picture2" refType="h" fact="0.787"/>
                  <dgm:constr type="w" for="ch" forName="picture2" refType="w" fact="0.0974"/>
                  <dgm:constr type="h" for="ch" forName="picture2" refType="h" fact="0.1218"/>
                  <dgm:constr type="l" for="ch" forName="desTx2" refType="r" refFor="ch" refForName="parTx2"/>
                  <dgm:constr type="r" for="ch" forName="desTx2" refType="w"/>
                  <dgm:constr type="t" for="ch" forName="desTx2" refType="t" refFor="ch" refForName="parTx2"/>
                  <dgm:constr type="h" for="ch" forName="desTx2" refType="h" refFor="ch" refForName="parTx2"/>
                  <dgm:constr type="l" for="ch" forName="parTx3" refType="w" fact="0.5511"/>
                  <dgm:constr type="t" for="ch" forName="parTx3" refType="h" fact="0.673"/>
                  <dgm:constr type="w" for="ch" forName="parTx3" refType="w" fact="0.2101"/>
                  <dgm:constr type="h" for="ch" forName="parTx3" refType="h" fact="0.0704"/>
                  <dgm:constr type="ctrX" for="ch" forName="picture3" refType="w" fact="0.5415"/>
                  <dgm:constr type="ctrY" for="ch" forName="picture3" refType="h" fact="0.6644"/>
                  <dgm:constr type="w" for="ch" forName="picture3" refType="w" fact="0.0974"/>
                  <dgm:constr type="h" for="ch" forName="picture3" refType="h" fact="0.1218"/>
                  <dgm:constr type="l" for="ch" forName="desTx3" refType="r" refFor="ch" refForName="parTx3"/>
                  <dgm:constr type="r" for="ch" forName="desTx3" refType="w"/>
                  <dgm:constr type="t" for="ch" forName="desTx3" refType="t" refFor="ch" refForName="parTx3"/>
                  <dgm:constr type="h" for="ch" forName="desTx3" refType="h" refFor="ch" refForName="parTx3"/>
                  <dgm:constr type="l" for="ch" forName="parTx4" refType="w" fact="0.6132"/>
                  <dgm:constr type="t" for="ch" forName="parTx4" refType="h" fact="0.538"/>
                  <dgm:constr type="w" for="ch" forName="parTx4" refType="w" fact="0.2101"/>
                  <dgm:constr type="h" for="ch" forName="parTx4" refType="h" fact="0.0704"/>
                  <dgm:constr type="ctrX" for="ch" forName="picture4" refType="w" fact="0.6037"/>
                  <dgm:constr type="ctrY" for="ch" forName="picture4" refType="h" fact="0.5294"/>
                  <dgm:constr type="w" for="ch" forName="picture4" refType="w" fact="0.0974"/>
                  <dgm:constr type="h" for="ch" forName="picture4" refType="h" fact="0.1218"/>
                  <dgm:constr type="l" for="ch" forName="desTx4" refType="r" refFor="ch" refForName="parTx4"/>
                  <dgm:constr type="r" for="ch" forName="desTx4" refType="w"/>
                  <dgm:constr type="t" for="ch" forName="desTx4" refType="t" refFor="ch" refForName="parTx4"/>
                  <dgm:constr type="h" for="ch" forName="desTx4" refType="h" refFor="ch" refForName="parTx4"/>
                  <dgm:constr type="l" for="ch" forName="parTx5" refType="w" fact="0.6576"/>
                  <dgm:constr type="t" for="ch" forName="parTx5" refType="h" fact="0.3951"/>
                  <dgm:constr type="w" for="ch" forName="parTx5" refType="w" fact="0.2101"/>
                  <dgm:constr type="h" for="ch" forName="parTx5" refType="h" fact="0.0704"/>
                  <dgm:constr type="ctrX" for="ch" forName="picture5" refType="w" fact="0.648"/>
                  <dgm:constr type="ctrY" for="ch" forName="picture5" refType="h" fact="0.3864"/>
                  <dgm:constr type="w" for="ch" forName="picture5" refType="w" fact="0.0974"/>
                  <dgm:constr type="h" for="ch" forName="picture5" refType="h" fact="0.1218"/>
                  <dgm:constr type="l" for="ch" forName="desTx5" refType="r" refFor="ch" refForName="parTx5"/>
                  <dgm:constr type="r" for="ch" forName="desTx5" refType="w"/>
                  <dgm:constr type="t" for="ch" forName="desTx5" refType="t" refFor="ch" refForName="parTx5"/>
                  <dgm:constr type="h" for="ch" forName="desTx5" refType="h" refFor="ch" refForName="parTx5"/>
                  <dgm:constr type="l" for="ch" forName="parTx6" refType="w" fact="0.6828"/>
                  <dgm:constr type="t" for="ch" forName="parTx6" refType="h" fact="0.2531"/>
                  <dgm:constr type="w" for="ch" forName="parTx6" refType="w" fact="0.2101"/>
                  <dgm:constr type="h" for="ch" forName="parTx6" refType="h" fact="0.0704"/>
                  <dgm:constr type="ctrX" for="ch" forName="picture6" refType="w" fact="0.6733"/>
                  <dgm:constr type="ctrY" for="ch" forName="picture6" refType="h" fact="0.2444"/>
                  <dgm:constr type="w" for="ch" forName="picture6" refType="w" fact="0.0974"/>
                  <dgm:constr type="h" for="ch" forName="picture6" refType="h" fact="0.1218"/>
                  <dgm:constr type="l" for="ch" forName="desTx6" refType="r" refFor="ch" refForName="parTx6"/>
                  <dgm:constr type="r" for="ch" forName="desTx6" refType="w"/>
                  <dgm:constr type="t" for="ch" forName="desTx6" refType="t" refFor="ch" refForName="parTx6"/>
                  <dgm:constr type="h" for="ch" forName="desTx6" refType="h" refFor="ch" refForName="parTx6"/>
                  <dgm:constr type="l" for="ch" forName="parTx7" refType="w" fact="0.6966"/>
                  <dgm:constr type="t" for="ch" forName="parTx7" refType="h" fact="0.1162"/>
                  <dgm:constr type="w" for="ch" forName="parTx7" refType="w" fact="0.2101"/>
                  <dgm:constr type="h" for="ch" forName="parTx7" refType="h" fact="0.0704"/>
                  <dgm:constr type="ctrX" for="ch" forName="picture7" refType="w" fact="0.6871"/>
                  <dgm:constr type="ctrY" for="ch" forName="picture7" refType="h" fact="0.1075"/>
                  <dgm:constr type="w" for="ch" forName="picture7" refType="w" fact="0.0974"/>
                  <dgm:constr type="h" for="ch" forName="picture7" refType="h" fact="0.1218"/>
                  <dgm:constr type="l" for="ch" forName="desTx7" refType="r" refFor="ch" refForName="parTx7"/>
                  <dgm:constr type="r" for="ch" forName="desTx7" refType="w"/>
                  <dgm:constr type="t" for="ch" forName="desTx7" refType="t" refFor="ch" refForName="parTx7"/>
                  <dgm:constr type="h" for="ch" forName="desTx7" refType="h" refFor="ch" refForName="parTx7"/>
                </dgm:constrLst>
              </dgm:if>
              <dgm:else name="Name67">
                <dgm:alg type="composite">
                  <dgm:param type="ar" val="1.096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primFontSz" for="ch" forName="parTx3" refType="primFontSz" refFor="ch" refForName="parTx1" op="equ"/>
                  <dgm:constr type="primFontSz" for="ch" forName="parTx4" refType="primFontSz" refFor="ch" refForName="parTx1" op="equ"/>
                  <dgm:constr type="primFontSz" for="ch" forName="parTx5" refType="primFontSz" refFor="ch" refForName="parTx1" op="equ"/>
                  <dgm:constr type="primFontSz" for="ch" forName="parTx6" refType="primFontSz" refFor="ch" refForName="parTx1" op="equ"/>
                  <dgm:constr type="primFontSz" for="ch" forName="parTx7" refType="primFontSz" refFor="ch" refForName="parTx1" op="equ"/>
                  <dgm:constr type="userD" refType="w" fact="0.0111"/>
                  <dgm:constr type="ctrX" for="ch" forName="dot1" refType="w" fact="0.4459"/>
                  <dgm:constr type="ctrY" for="ch" forName="dot1" refType="h" fact="0.8342"/>
                  <dgm:constr type="w" for="ch" forName="dot1" refType="userD"/>
                  <dgm:constr type="h" for="ch" forName="dot1" refType="userD"/>
                  <dgm:constr type="ctrX" for="ch" forName="dot2" refType="w" fact="0.4244"/>
                  <dgm:constr type="ctrY" for="ch" forName="dot2" refType="h" fact="0.8448"/>
                  <dgm:constr type="w" for="ch" forName="dot2" refType="userD"/>
                  <dgm:constr type="h" for="ch" forName="dot2" refType="userD"/>
                  <dgm:constr type="ctrX" for="ch" forName="dot3" refType="w" fact="0.4026"/>
                  <dgm:constr type="ctrY" for="ch" forName="dot3" refType="h" fact="0.8539"/>
                  <dgm:constr type="w" for="ch" forName="dot3" refType="userD"/>
                  <dgm:constr type="h" for="ch" forName="dot3" refType="userD"/>
                  <dgm:constr type="ctrX" for="ch" forName="dot4" refType="w" fact="0.3806"/>
                  <dgm:constr type="ctrY" for="ch" forName="dot4" refType="h" fact="0.8615"/>
                  <dgm:constr type="w" for="ch" forName="dot4" refType="userD"/>
                  <dgm:constr type="h" for="ch" forName="dot4" refType="userD"/>
                  <dgm:constr type="ctrX" for="ch" forName="dot5" refType="w" fact="0.3584"/>
                  <dgm:constr type="ctrY" for="ch" forName="dot5" refType="h" fact="0.8676"/>
                  <dgm:constr type="w" for="ch" forName="dot5" refType="userD"/>
                  <dgm:constr type="h" for="ch" forName="dot5" refType="userD"/>
                  <dgm:constr type="ctrX" for="ch" forName="dot6" refType="w" fact="0.5803"/>
                  <dgm:constr type="ctrY" for="ch" forName="dot6" refType="h" fact="0.7255"/>
                  <dgm:constr type="w" for="ch" forName="dot6" refType="userD"/>
                  <dgm:constr type="h" for="ch" forName="dot6" refType="userD"/>
                  <dgm:constr type="ctrX" for="ch" forName="dot7" refType="w" fact="0.5618"/>
                  <dgm:constr type="ctrY" for="ch" forName="dot7" refType="h" fact="0.7454"/>
                  <dgm:constr type="w" for="ch" forName="dot7" refType="userD"/>
                  <dgm:constr type="h" for="ch" forName="dot7" refType="userD"/>
                  <dgm:constr type="ctrX" for="ch" forName="dot8" refType="w" fact="0.6656"/>
                  <dgm:constr type="ctrY" for="ch" forName="dot8" refType="h" fact="0.6026"/>
                  <dgm:constr type="w" for="ch" forName="dot8" refType="userD"/>
                  <dgm:constr type="h" for="ch" forName="dot8" refType="userD"/>
                  <dgm:constr type="ctrX" for="ch" forName="dot9" refType="w" fact="0.7266"/>
                  <dgm:constr type="ctrY" for="ch" forName="dot9" refType="h" fact="0.4632"/>
                  <dgm:constr type="w" for="ch" forName="dot9" refType="userD"/>
                  <dgm:constr type="h" for="ch" forName="dot9" refType="userD"/>
                  <dgm:constr type="ctrX" for="ch" forName="dot10" refType="w" fact="0.7643"/>
                  <dgm:constr type="ctrY" for="ch" forName="dot10" refType="h" fact="0.3187"/>
                  <dgm:constr type="w" for="ch" forName="dot10" refType="userD"/>
                  <dgm:constr type="h" for="ch" forName="dot10" refType="userD"/>
                  <dgm:constr type="ctrX" for="ch" forName="dot11" refType="w" fact="0.7816"/>
                  <dgm:constr type="ctrY" for="ch" forName="dot11" refType="h" fact="0.1763"/>
                  <dgm:constr type="w" for="ch" forName="dot11" refType="userD"/>
                  <dgm:constr type="h" for="ch" forName="dot11" refType="userD"/>
                  <dgm:constr type="ctrX" for="ch" forName="dotArrow1" refType="w" fact="0.7558"/>
                  <dgm:constr type="ctrY" for="ch" forName="dotArrow1" refType="h" fact="-0.0099"/>
                  <dgm:constr type="w" for="ch" forName="dotArrow1" refType="userD"/>
                  <dgm:constr type="h" for="ch" forName="dotArrow1" refType="userD"/>
                  <dgm:constr type="ctrX" for="ch" forName="dotArrow2" refType="w" fact="0.7725"/>
                  <dgm:constr type="ctrY" for="ch" forName="dotArrow2" refType="h" fact="-0.0239"/>
                  <dgm:constr type="w" for="ch" forName="dotArrow2" refType="userD"/>
                  <dgm:constr type="h" for="ch" forName="dotArrow2" refType="userD"/>
                  <dgm:constr type="ctrX" for="ch" forName="dotArrow3" refType="w" fact="0.7892"/>
                  <dgm:constr type="ctrY" for="ch" forName="dotArrow3" refType="h" fact="-0.0378"/>
                  <dgm:constr type="w" for="ch" forName="dotArrow3" refType="userD"/>
                  <dgm:constr type="h" for="ch" forName="dotArrow3" refType="userD"/>
                  <dgm:constr type="ctrX" for="ch" forName="dotArrow4" refType="w" fact="0.8058"/>
                  <dgm:constr type="ctrY" for="ch" forName="dotArrow4" refType="h" fact="-0.0239"/>
                  <dgm:constr type="w" for="ch" forName="dotArrow4" refType="userD"/>
                  <dgm:constr type="h" for="ch" forName="dotArrow4" refType="userD"/>
                  <dgm:constr type="ctrX" for="ch" forName="dotArrow5" refType="w" fact="0.8225"/>
                  <dgm:constr type="ctrY" for="ch" forName="dotArrow5" refType="h" fact="-0.0099"/>
                  <dgm:constr type="w" for="ch" forName="dotArrow5" refType="userD"/>
                  <dgm:constr type="h" for="ch" forName="dotArrow5" refType="userD"/>
                  <dgm:constr type="ctrX" for="ch" forName="dotArrow6" refType="w" fact="0.7892"/>
                  <dgm:constr type="ctrY" for="ch" forName="dotArrow6" refType="h" fact="-0.0084"/>
                  <dgm:constr type="w" for="ch" forName="dotArrow6" refType="userD"/>
                  <dgm:constr type="h" for="ch" forName="dotArrow6" refType="userD"/>
                  <dgm:constr type="ctrX" for="ch" forName="dotArrow7" refType="w" fact="0.7892"/>
                  <dgm:constr type="ctrY" for="ch" forName="dotArrow7" refType="h" fact="0.0211"/>
                  <dgm:constr type="w" for="ch" forName="dotArrow7" refType="userD"/>
                  <dgm:constr type="h" for="ch" forName="dotArrow7" refType="userD"/>
                  <dgm:constr type="l" for="ch" forName="parTx1" refType="w" fact="0.2915"/>
                  <dgm:constr type="t" for="ch" forName="parTx1" refType="h" fact="0.8845"/>
                  <dgm:constr type="w" for="ch" forName="parTx1" refType="w" fact="0.2396"/>
                  <dgm:constr type="h" for="ch" forName="parTx1" refType="h" fact="0.0704"/>
                  <dgm:constr type="ctrX" for="ch" forName="picture1" refType="w" fact="0.2806"/>
                  <dgm:constr type="ctrY" for="ch" forName="picture1" refType="h" fact="0.8769"/>
                  <dgm:constr type="w" for="ch" forName="picture1" refType="w" fact="0.1111"/>
                  <dgm:constr type="h" for="ch" forName="picture1" refType="h" fact="0.1218"/>
                  <dgm:constr type="l" for="ch" forName="parTx2" refType="w" fact="0.5172"/>
                  <dgm:constr type="t" for="ch" forName="parTx2" refType="h" fact="0.7946"/>
                  <dgm:constr type="w" for="ch" forName="parTx2" refType="w" fact="0.2396"/>
                  <dgm:constr type="h" for="ch" forName="parTx2" refType="h" fact="0.0704"/>
                  <dgm:constr type="ctrX" for="ch" forName="picture2" refType="w" fact="0.5063"/>
                  <dgm:constr type="ctrY" for="ch" forName="picture2" refType="h" fact="0.787"/>
                  <dgm:constr type="w" for="ch" forName="picture2" refType="w" fact="0.1111"/>
                  <dgm:constr type="h" for="ch" forName="picture2" refType="h" fact="0.1218"/>
                  <dgm:constr type="l" for="ch" forName="parTx3" refType="w" fact="0.6285"/>
                  <dgm:constr type="t" for="ch" forName="parTx3" refType="h" fact="0.672"/>
                  <dgm:constr type="w" for="ch" forName="parTx3" refType="w" fact="0.2396"/>
                  <dgm:constr type="h" for="ch" forName="parTx3" refType="h" fact="0.0704"/>
                  <dgm:constr type="ctrX" for="ch" forName="picture3" refType="w" fact="0.6176"/>
                  <dgm:constr type="ctrY" for="ch" forName="picture3" refType="h" fact="0.6644"/>
                  <dgm:constr type="w" for="ch" forName="picture3" refType="w" fact="0.1111"/>
                  <dgm:constr type="h" for="ch" forName="picture3" refType="h" fact="0.1218"/>
                  <dgm:constr type="l" for="ch" forName="parTx4" refType="w" fact="0.6994"/>
                  <dgm:constr type="t" for="ch" forName="parTx4" refType="h" fact="0.5369"/>
                  <dgm:constr type="w" for="ch" forName="parTx4" refType="w" fact="0.2396"/>
                  <dgm:constr type="h" for="ch" forName="parTx4" refType="h" fact="0.0704"/>
                  <dgm:constr type="ctrX" for="ch" forName="picture4" refType="w" fact="0.6885"/>
                  <dgm:constr type="ctrY" for="ch" forName="picture4" refType="h" fact="0.5294"/>
                  <dgm:constr type="w" for="ch" forName="picture4" refType="w" fact="0.1111"/>
                  <dgm:constr type="h" for="ch" forName="picture4" refType="h" fact="0.1218"/>
                  <dgm:constr type="l" for="ch" forName="parTx5" refType="w" fact="0.75"/>
                  <dgm:constr type="t" for="ch" forName="parTx5" refType="h" fact="0.394"/>
                  <dgm:constr type="w" for="ch" forName="parTx5" refType="w" fact="0.2396"/>
                  <dgm:constr type="h" for="ch" forName="parTx5" refType="h" fact="0.0704"/>
                  <dgm:constr type="ctrX" for="ch" forName="picture5" refType="w" fact="0.7391"/>
                  <dgm:constr type="ctrY" for="ch" forName="picture5" refType="h" fact="0.3864"/>
                  <dgm:constr type="w" for="ch" forName="picture5" refType="w" fact="0.1111"/>
                  <dgm:constr type="h" for="ch" forName="picture5" refType="h" fact="0.1218"/>
                  <dgm:constr type="l" for="ch" forName="parTx6" refType="w" fact="0.7788"/>
                  <dgm:constr type="t" for="ch" forName="parTx6" refType="h" fact="0.252"/>
                  <dgm:constr type="w" for="ch" forName="parTx6" refType="w" fact="0.2396"/>
                  <dgm:constr type="h" for="ch" forName="parTx6" refType="h" fact="0.0704"/>
                  <dgm:constr type="ctrX" for="ch" forName="picture6" refType="w" fact="0.7679"/>
                  <dgm:constr type="ctrY" for="ch" forName="picture6" refType="h" fact="0.2444"/>
                  <dgm:constr type="w" for="ch" forName="picture6" refType="w" fact="0.1111"/>
                  <dgm:constr type="h" for="ch" forName="picture6" refType="h" fact="0.1218"/>
                  <dgm:constr type="l" for="ch" forName="parTx7" refType="w" fact="0.7945"/>
                  <dgm:constr type="t" for="ch" forName="parTx7" refType="h" fact="0.1151"/>
                  <dgm:constr type="w" for="ch" forName="parTx7" refType="w" fact="0.2396"/>
                  <dgm:constr type="h" for="ch" forName="parTx7" refType="h" fact="0.0704"/>
                  <dgm:constr type="ctrX" for="ch" forName="picture7" refType="w" fact="0.7836"/>
                  <dgm:constr type="ctrY" for="ch" forName="picture7" refType="h" fact="0.1075"/>
                  <dgm:constr type="w" for="ch" forName="picture7" refType="w" fact="0.1111"/>
                  <dgm:constr type="h" for="ch" forName="picture7" refType="h" fact="0.1218"/>
                </dgm:constrLst>
              </dgm:else>
            </dgm:choose>
          </dgm:if>
          <dgm:else name="Name68">
            <dgm:choose name="Name69">
              <dgm:if name="Name70" axis="des" func="maxDepth" op="gt" val="1">
                <dgm:alg type="composite">
                  <dgm:param type="ar" val="1.25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primFontSz" for="ch" forName="parTx3" refType="primFontSz" refFor="ch" refForName="parTx1" op="equ"/>
                  <dgm:constr type="primFontSz" for="ch" forName="parTx4" refType="primFontSz" refFor="ch" refForName="parTx1" op="equ"/>
                  <dgm:constr type="primFontSz" for="ch" forName="parTx5" refType="primFontSz" refFor="ch" refForName="parTx1" op="equ"/>
                  <dgm:constr type="primFontSz" for="ch" forName="parTx6" refType="primFontSz" refFor="ch" refForName="parTx1" op="equ"/>
                  <dgm:constr type="primFontSz" for="ch" forName="parTx7" refType="primFontSz" refFor="ch" refForName="parTx1" op="equ"/>
                  <dgm:constr type="primFontSz" for="ch" forName="desTx1" op="equ" val="65"/>
                  <dgm:constr type="primFontSz" for="ch" forName="desTx2" refType="primFontSz" refFor="ch" refForName="desTx1" op="equ"/>
                  <dgm:constr type="primFontSz" for="ch" forName="desTx3" refType="primFontSz" refFor="ch" refForName="desTx1" op="equ"/>
                  <dgm:constr type="primFontSz" for="ch" forName="desTx4" refType="primFontSz" refFor="ch" refForName="desTx1" op="equ"/>
                  <dgm:constr type="primFontSz" for="ch" forName="desTx5" refType="primFontSz" refFor="ch" refForName="desTx1" op="equ"/>
                  <dgm:constr type="primFontSz" for="ch" forName="desTx6" refType="primFontSz" refFor="ch" refForName="desTx1" op="equ"/>
                  <dgm:constr type="primFontSz" for="ch" forName="desTx7" refType="primFontSz" refFor="ch" refForName="desTx1" op="equ"/>
                  <dgm:constr type="userD" refType="w" fact="0.0097"/>
                  <dgm:constr type="ctrX" for="ch" forName="dot1" refType="w" fact="0.6091"/>
                  <dgm:constr type="ctrY" for="ch" forName="dot1" refType="h" fact="0.8342"/>
                  <dgm:constr type="w" for="ch" forName="dot1" refType="userD"/>
                  <dgm:constr type="h" for="ch" forName="dot1" refType="userD"/>
                  <dgm:constr type="ctrX" for="ch" forName="dot2" refType="w" fact="0.6279"/>
                  <dgm:constr type="ctrY" for="ch" forName="dot2" refType="h" fact="0.8448"/>
                  <dgm:constr type="w" for="ch" forName="dot2" refType="userD"/>
                  <dgm:constr type="h" for="ch" forName="dot2" refType="userD"/>
                  <dgm:constr type="ctrX" for="ch" forName="dot3" refType="w" fact="0.647"/>
                  <dgm:constr type="ctrY" for="ch" forName="dot3" refType="h" fact="0.8539"/>
                  <dgm:constr type="w" for="ch" forName="dot3" refType="userD"/>
                  <dgm:constr type="h" for="ch" forName="dot3" refType="userD"/>
                  <dgm:constr type="ctrX" for="ch" forName="dot4" refType="w" fact="0.6663"/>
                  <dgm:constr type="ctrY" for="ch" forName="dot4" refType="h" fact="0.8615"/>
                  <dgm:constr type="w" for="ch" forName="dot4" refType="userD"/>
                  <dgm:constr type="h" for="ch" forName="dot4" refType="userD"/>
                  <dgm:constr type="ctrX" for="ch" forName="dot5" refType="w" fact="0.6858"/>
                  <dgm:constr type="ctrY" for="ch" forName="dot5" refType="h" fact="0.8676"/>
                  <dgm:constr type="w" for="ch" forName="dot5" refType="userD"/>
                  <dgm:constr type="h" for="ch" forName="dot5" refType="userD"/>
                  <dgm:constr type="ctrX" for="ch" forName="dot6" refType="w" fact="0.4912"/>
                  <dgm:constr type="ctrY" for="ch" forName="dot6" refType="h" fact="0.7255"/>
                  <dgm:constr type="w" for="ch" forName="dot6" refType="userD"/>
                  <dgm:constr type="h" for="ch" forName="dot6" refType="userD"/>
                  <dgm:constr type="ctrX" for="ch" forName="dot7" refType="w" fact="0.5074"/>
                  <dgm:constr type="ctrY" for="ch" forName="dot7" refType="h" fact="0.7454"/>
                  <dgm:constr type="w" for="ch" forName="dot7" refType="userD"/>
                  <dgm:constr type="h" for="ch" forName="dot7" refType="userD"/>
                  <dgm:constr type="ctrX" for="ch" forName="dot8" refType="w" fact="0.4164"/>
                  <dgm:constr type="ctrY" for="ch" forName="dot8" refType="h" fact="0.6026"/>
                  <dgm:constr type="w" for="ch" forName="dot8" refType="userD"/>
                  <dgm:constr type="h" for="ch" forName="dot8" refType="userD"/>
                  <dgm:constr type="ctrX" for="ch" forName="dot9" refType="w" fact="0.3629"/>
                  <dgm:constr type="ctrY" for="ch" forName="dot9" refType="h" fact="0.4632"/>
                  <dgm:constr type="w" for="ch" forName="dot9" refType="userD"/>
                  <dgm:constr type="h" for="ch" forName="dot9" refType="userD"/>
                  <dgm:constr type="ctrX" for="ch" forName="dot10" refType="w" fact="0.3299"/>
                  <dgm:constr type="ctrY" for="ch" forName="dot10" refType="h" fact="0.3187"/>
                  <dgm:constr type="w" for="ch" forName="dot10" refType="userD"/>
                  <dgm:constr type="h" for="ch" forName="dot10" refType="userD"/>
                  <dgm:constr type="ctrX" for="ch" forName="dot11" refType="w" fact="0.3147"/>
                  <dgm:constr type="ctrY" for="ch" forName="dot11" refType="h" fact="0.1763"/>
                  <dgm:constr type="w" for="ch" forName="dot11" refType="userD"/>
                  <dgm:constr type="h" for="ch" forName="dot11" refType="userD"/>
                  <dgm:constr type="ctrX" for="ch" forName="dotArrow1" refType="w" fact="0.3373"/>
                  <dgm:constr type="ctrY" for="ch" forName="dotArrow1" refType="h" fact="-0.0099"/>
                  <dgm:constr type="w" for="ch" forName="dotArrow1" refType="userD"/>
                  <dgm:constr type="h" for="ch" forName="dotArrow1" refType="userD"/>
                  <dgm:constr type="ctrX" for="ch" forName="dotArrow2" refType="w" fact="0.3227"/>
                  <dgm:constr type="ctrY" for="ch" forName="dotArrow2" refType="h" fact="-0.0239"/>
                  <dgm:constr type="w" for="ch" forName="dotArrow2" refType="userD"/>
                  <dgm:constr type="h" for="ch" forName="dotArrow2" refType="userD"/>
                  <dgm:constr type="ctrX" for="ch" forName="dotArrow3" refType="w" fact="0.3081"/>
                  <dgm:constr type="ctrY" for="ch" forName="dotArrow3" refType="h" fact="-0.0378"/>
                  <dgm:constr type="w" for="ch" forName="dotArrow3" refType="userD"/>
                  <dgm:constr type="h" for="ch" forName="dotArrow3" refType="userD"/>
                  <dgm:constr type="ctrX" for="ch" forName="dotArrow4" refType="w" fact="0.2935"/>
                  <dgm:constr type="ctrY" for="ch" forName="dotArrow4" refType="h" fact="-0.0239"/>
                  <dgm:constr type="w" for="ch" forName="dotArrow4" refType="userD"/>
                  <dgm:constr type="h" for="ch" forName="dotArrow4" refType="userD"/>
                  <dgm:constr type="ctrX" for="ch" forName="dotArrow5" refType="w" fact="0.2788"/>
                  <dgm:constr type="ctrY" for="ch" forName="dotArrow5" refType="h" fact="-0.0099"/>
                  <dgm:constr type="w" for="ch" forName="dotArrow5" refType="userD"/>
                  <dgm:constr type="h" for="ch" forName="dotArrow5" refType="userD"/>
                  <dgm:constr type="ctrX" for="ch" forName="dotArrow6" refType="w" fact="0.3081"/>
                  <dgm:constr type="ctrY" for="ch" forName="dotArrow6" refType="h" fact="-0.0084"/>
                  <dgm:constr type="w" for="ch" forName="dotArrow6" refType="userD"/>
                  <dgm:constr type="h" for="ch" forName="dotArrow6" refType="userD"/>
                  <dgm:constr type="ctrX" for="ch" forName="dotArrow7" refType="w" fact="0.3081"/>
                  <dgm:constr type="ctrY" for="ch" forName="dotArrow7" refType="h" fact="0.0211"/>
                  <dgm:constr type="w" for="ch" forName="dotArrow7" refType="userD"/>
                  <dgm:constr type="h" for="ch" forName="dotArrow7" refType="userD"/>
                  <dgm:constr type="r" for="ch" forName="parTx1" refType="w" fact="0.7444"/>
                  <dgm:constr type="t" for="ch" forName="parTx1" refType="h" fact="0.8856"/>
                  <dgm:constr type="w" for="ch" forName="parTx1" refType="w" fact="0.2101"/>
                  <dgm:constr type="h" for="ch" forName="parTx1" refType="h" fact="0.0704"/>
                  <dgm:constr type="ctrX" for="ch" forName="picture1" refType="w" fact="0.754"/>
                  <dgm:constr type="ctrY" for="ch" forName="picture1" refType="h" fact="0.8769"/>
                  <dgm:constr type="w" for="ch" forName="picture1" refType="w" fact="0.0974"/>
                  <dgm:constr type="h" for="ch" forName="picture1" refType="h" fact="0.1218"/>
                  <dgm:constr type="r" for="ch" forName="desTx1" refType="l" refFor="ch" refForName="parTx1"/>
                  <dgm:constr type="l" for="ch" forName="desTx1"/>
                  <dgm:constr type="t" for="ch" forName="desTx1" refType="t" refFor="ch" refForName="parTx1"/>
                  <dgm:constr type="h" for="ch" forName="desTx1" refType="h" refFor="ch" refForName="parTx1"/>
                  <dgm:constr type="r" for="ch" forName="parTx2" refType="w" fact="0.5465"/>
                  <dgm:constr type="t" for="ch" forName="parTx2" refType="h" fact="0.7956"/>
                  <dgm:constr type="w" for="ch" forName="parTx2" refType="w" fact="0.2101"/>
                  <dgm:constr type="h" for="ch" forName="parTx2" refType="h" fact="0.0704"/>
                  <dgm:constr type="ctrX" for="ch" forName="picture2" refType="w" fact="0.5561"/>
                  <dgm:constr type="ctrY" for="ch" forName="picture2" refType="h" fact="0.787"/>
                  <dgm:constr type="w" for="ch" forName="picture2" refType="w" fact="0.0974"/>
                  <dgm:constr type="h" for="ch" forName="picture2" refType="h" fact="0.1218"/>
                  <dgm:constr type="r" for="ch" forName="desTx2" refType="l" refFor="ch" refForName="parTx2"/>
                  <dgm:constr type="l" for="ch" forName="desTx2"/>
                  <dgm:constr type="t" for="ch" forName="desTx2" refType="t" refFor="ch" refForName="parTx2"/>
                  <dgm:constr type="h" for="ch" forName="desTx2" refType="h" refFor="ch" refForName="parTx2"/>
                  <dgm:constr type="r" for="ch" forName="parTx3" refType="w" fact="0.4489"/>
                  <dgm:constr type="t" for="ch" forName="parTx3" refType="h" fact="0.673"/>
                  <dgm:constr type="w" for="ch" forName="parTx3" refType="w" fact="0.2101"/>
                  <dgm:constr type="h" for="ch" forName="parTx3" refType="h" fact="0.0704"/>
                  <dgm:constr type="ctrX" for="ch" forName="picture3" refType="w" fact="0.4585"/>
                  <dgm:constr type="ctrY" for="ch" forName="picture3" refType="h" fact="0.6644"/>
                  <dgm:constr type="w" for="ch" forName="picture3" refType="w" fact="0.0974"/>
                  <dgm:constr type="h" for="ch" forName="picture3" refType="h" fact="0.1218"/>
                  <dgm:constr type="r" for="ch" forName="desTx3" refType="l" refFor="ch" refForName="parTx3"/>
                  <dgm:constr type="l" for="ch" forName="desTx3"/>
                  <dgm:constr type="t" for="ch" forName="desTx3" refType="t" refFor="ch" refForName="parTx3"/>
                  <dgm:constr type="h" for="ch" forName="desTx3" refType="h" refFor="ch" refForName="parTx3"/>
                  <dgm:constr type="r" for="ch" forName="parTx4" refType="w" fact="0.3868"/>
                  <dgm:constr type="t" for="ch" forName="parTx4" refType="h" fact="0.538"/>
                  <dgm:constr type="w" for="ch" forName="parTx4" refType="w" fact="0.2101"/>
                  <dgm:constr type="h" for="ch" forName="parTx4" refType="h" fact="0.0704"/>
                  <dgm:constr type="ctrX" for="ch" forName="picture4" refType="w" fact="0.3963"/>
                  <dgm:constr type="ctrY" for="ch" forName="picture4" refType="h" fact="0.5294"/>
                  <dgm:constr type="w" for="ch" forName="picture4" refType="w" fact="0.0974"/>
                  <dgm:constr type="h" for="ch" forName="picture4" refType="h" fact="0.1218"/>
                  <dgm:constr type="r" for="ch" forName="desTx4" refType="l" refFor="ch" refForName="parTx4"/>
                  <dgm:constr type="l" for="ch" forName="desTx4"/>
                  <dgm:constr type="t" for="ch" forName="desTx4" refType="t" refFor="ch" refForName="parTx4"/>
                  <dgm:constr type="h" for="ch" forName="desTx4" refType="h" refFor="ch" refForName="parTx4"/>
                  <dgm:constr type="r" for="ch" forName="parTx5" refType="w" fact="0.3424"/>
                  <dgm:constr type="t" for="ch" forName="parTx5" refType="h" fact="0.3951"/>
                  <dgm:constr type="w" for="ch" forName="parTx5" refType="w" fact="0.2101"/>
                  <dgm:constr type="h" for="ch" forName="parTx5" refType="h" fact="0.0704"/>
                  <dgm:constr type="ctrX" for="ch" forName="picture5" refType="w" fact="0.352"/>
                  <dgm:constr type="ctrY" for="ch" forName="picture5" refType="h" fact="0.3864"/>
                  <dgm:constr type="w" for="ch" forName="picture5" refType="w" fact="0.0974"/>
                  <dgm:constr type="h" for="ch" forName="picture5" refType="h" fact="0.1218"/>
                  <dgm:constr type="r" for="ch" forName="desTx5" refType="l" refFor="ch" refForName="parTx5"/>
                  <dgm:constr type="l" for="ch" forName="desTx5"/>
                  <dgm:constr type="t" for="ch" forName="desTx5" refType="t" refFor="ch" refForName="parTx5"/>
                  <dgm:constr type="h" for="ch" forName="desTx5" refType="h" refFor="ch" refForName="parTx5"/>
                  <dgm:constr type="r" for="ch" forName="parTx6" refType="w" fact="0.3172"/>
                  <dgm:constr type="t" for="ch" forName="parTx6" refType="h" fact="0.2531"/>
                  <dgm:constr type="w" for="ch" forName="parTx6" refType="w" fact="0.2101"/>
                  <dgm:constr type="h" for="ch" forName="parTx6" refType="h" fact="0.0704"/>
                  <dgm:constr type="ctrX" for="ch" forName="picture6" refType="w" fact="0.3267"/>
                  <dgm:constr type="ctrY" for="ch" forName="picture6" refType="h" fact="0.2444"/>
                  <dgm:constr type="w" for="ch" forName="picture6" refType="w" fact="0.0974"/>
                  <dgm:constr type="h" for="ch" forName="picture6" refType="h" fact="0.1218"/>
                  <dgm:constr type="r" for="ch" forName="desTx6" refType="l" refFor="ch" refForName="parTx6"/>
                  <dgm:constr type="l" for="ch" forName="desTx6"/>
                  <dgm:constr type="t" for="ch" forName="desTx6" refType="t" refFor="ch" refForName="parTx6"/>
                  <dgm:constr type="h" for="ch" forName="desTx6" refType="h" refFor="ch" refForName="parTx6"/>
                  <dgm:constr type="r" for="ch" forName="parTx7" refType="w" fact="0.3034"/>
                  <dgm:constr type="t" for="ch" forName="parTx7" refType="h" fact="0.1162"/>
                  <dgm:constr type="w" for="ch" forName="parTx7" refType="w" fact="0.2101"/>
                  <dgm:constr type="h" for="ch" forName="parTx7" refType="h" fact="0.0704"/>
                  <dgm:constr type="ctrX" for="ch" forName="picture7" refType="w" fact="0.3129"/>
                  <dgm:constr type="ctrY" for="ch" forName="picture7" refType="h" fact="0.1075"/>
                  <dgm:constr type="w" for="ch" forName="picture7" refType="w" fact="0.0974"/>
                  <dgm:constr type="h" for="ch" forName="picture7" refType="h" fact="0.1218"/>
                  <dgm:constr type="r" for="ch" forName="desTx7" refType="l" refFor="ch" refForName="parTx7"/>
                  <dgm:constr type="l" for="ch" forName="desTx7"/>
                  <dgm:constr type="t" for="ch" forName="desTx7" refType="t" refFor="ch" refForName="parTx7"/>
                  <dgm:constr type="h" for="ch" forName="desTx7" refType="h" refFor="ch" refForName="parTx7"/>
                </dgm:constrLst>
              </dgm:if>
              <dgm:else name="Name71">
                <dgm:alg type="composite">
                  <dgm:param type="ar" val="1.096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primFontSz" for="ch" forName="parTx3" refType="primFontSz" refFor="ch" refForName="parTx1" op="equ"/>
                  <dgm:constr type="primFontSz" for="ch" forName="parTx4" refType="primFontSz" refFor="ch" refForName="parTx1" op="equ"/>
                  <dgm:constr type="primFontSz" for="ch" forName="parTx5" refType="primFontSz" refFor="ch" refForName="parTx1" op="equ"/>
                  <dgm:constr type="primFontSz" for="ch" forName="parTx6" refType="primFontSz" refFor="ch" refForName="parTx1" op="equ"/>
                  <dgm:constr type="primFontSz" for="ch" forName="parTx7" refType="primFontSz" refFor="ch" refForName="parTx1" op="equ"/>
                  <dgm:constr type="userD" refType="w" fact="0.0111"/>
                  <dgm:constr type="ctrX" for="ch" forName="dot1" refType="w" fact="0.5541"/>
                  <dgm:constr type="ctrY" for="ch" forName="dot1" refType="h" fact="0.8342"/>
                  <dgm:constr type="w" for="ch" forName="dot1" refType="userD"/>
                  <dgm:constr type="h" for="ch" forName="dot1" refType="userD"/>
                  <dgm:constr type="ctrX" for="ch" forName="dot2" refType="w" fact="0.5756"/>
                  <dgm:constr type="ctrY" for="ch" forName="dot2" refType="h" fact="0.8448"/>
                  <dgm:constr type="w" for="ch" forName="dot2" refType="userD"/>
                  <dgm:constr type="h" for="ch" forName="dot2" refType="userD"/>
                  <dgm:constr type="ctrX" for="ch" forName="dot3" refType="w" fact="0.5974"/>
                  <dgm:constr type="ctrY" for="ch" forName="dot3" refType="h" fact="0.8539"/>
                  <dgm:constr type="w" for="ch" forName="dot3" refType="userD"/>
                  <dgm:constr type="h" for="ch" forName="dot3" refType="userD"/>
                  <dgm:constr type="ctrX" for="ch" forName="dot4" refType="w" fact="0.6194"/>
                  <dgm:constr type="ctrY" for="ch" forName="dot4" refType="h" fact="0.8615"/>
                  <dgm:constr type="w" for="ch" forName="dot4" refType="userD"/>
                  <dgm:constr type="h" for="ch" forName="dot4" refType="userD"/>
                  <dgm:constr type="ctrX" for="ch" forName="dot5" refType="w" fact="0.6416"/>
                  <dgm:constr type="ctrY" for="ch" forName="dot5" refType="h" fact="0.8676"/>
                  <dgm:constr type="w" for="ch" forName="dot5" refType="userD"/>
                  <dgm:constr type="h" for="ch" forName="dot5" refType="userD"/>
                  <dgm:constr type="ctrX" for="ch" forName="dot6" refType="w" fact="0.4197"/>
                  <dgm:constr type="ctrY" for="ch" forName="dot6" refType="h" fact="0.7255"/>
                  <dgm:constr type="w" for="ch" forName="dot6" refType="userD"/>
                  <dgm:constr type="h" for="ch" forName="dot6" refType="userD"/>
                  <dgm:constr type="ctrX" for="ch" forName="dot7" refType="w" fact="0.4382"/>
                  <dgm:constr type="ctrY" for="ch" forName="dot7" refType="h" fact="0.7454"/>
                  <dgm:constr type="w" for="ch" forName="dot7" refType="userD"/>
                  <dgm:constr type="h" for="ch" forName="dot7" refType="userD"/>
                  <dgm:constr type="ctrX" for="ch" forName="dot8" refType="w" fact="0.3344"/>
                  <dgm:constr type="ctrY" for="ch" forName="dot8" refType="h" fact="0.6026"/>
                  <dgm:constr type="w" for="ch" forName="dot8" refType="userD"/>
                  <dgm:constr type="h" for="ch" forName="dot8" refType="userD"/>
                  <dgm:constr type="ctrX" for="ch" forName="dot9" refType="w" fact="0.2734"/>
                  <dgm:constr type="ctrY" for="ch" forName="dot9" refType="h" fact="0.4632"/>
                  <dgm:constr type="w" for="ch" forName="dot9" refType="userD"/>
                  <dgm:constr type="h" for="ch" forName="dot9" refType="userD"/>
                  <dgm:constr type="ctrX" for="ch" forName="dot10" refType="w" fact="0.2357"/>
                  <dgm:constr type="ctrY" for="ch" forName="dot10" refType="h" fact="0.3187"/>
                  <dgm:constr type="w" for="ch" forName="dot10" refType="userD"/>
                  <dgm:constr type="h" for="ch" forName="dot10" refType="userD"/>
                  <dgm:constr type="ctrX" for="ch" forName="dot11" refType="w" fact="0.2184"/>
                  <dgm:constr type="ctrY" for="ch" forName="dot11" refType="h" fact="0.1763"/>
                  <dgm:constr type="w" for="ch" forName="dot11" refType="userD"/>
                  <dgm:constr type="h" for="ch" forName="dot11" refType="userD"/>
                  <dgm:constr type="ctrX" for="ch" forName="dotArrow1" refType="w" fact="0.2442"/>
                  <dgm:constr type="ctrY" for="ch" forName="dotArrow1" refType="h" fact="-0.0099"/>
                  <dgm:constr type="w" for="ch" forName="dotArrow1" refType="userD"/>
                  <dgm:constr type="h" for="ch" forName="dotArrow1" refType="userD"/>
                  <dgm:constr type="ctrX" for="ch" forName="dotArrow2" refType="w" fact="0.2275"/>
                  <dgm:constr type="ctrY" for="ch" forName="dotArrow2" refType="h" fact="-0.0239"/>
                  <dgm:constr type="w" for="ch" forName="dotArrow2" refType="userD"/>
                  <dgm:constr type="h" for="ch" forName="dotArrow2" refType="userD"/>
                  <dgm:constr type="ctrX" for="ch" forName="dotArrow3" refType="w" fact="0.2108"/>
                  <dgm:constr type="ctrY" for="ch" forName="dotArrow3" refType="h" fact="-0.0378"/>
                  <dgm:constr type="w" for="ch" forName="dotArrow3" refType="userD"/>
                  <dgm:constr type="h" for="ch" forName="dotArrow3" refType="userD"/>
                  <dgm:constr type="ctrX" for="ch" forName="dotArrow4" refType="w" fact="0.1942"/>
                  <dgm:constr type="ctrY" for="ch" forName="dotArrow4" refType="h" fact="-0.0239"/>
                  <dgm:constr type="w" for="ch" forName="dotArrow4" refType="userD"/>
                  <dgm:constr type="h" for="ch" forName="dotArrow4" refType="userD"/>
                  <dgm:constr type="ctrX" for="ch" forName="dotArrow5" refType="w" fact="0.1775"/>
                  <dgm:constr type="ctrY" for="ch" forName="dotArrow5" refType="h" fact="-0.0099"/>
                  <dgm:constr type="w" for="ch" forName="dotArrow5" refType="userD"/>
                  <dgm:constr type="h" for="ch" forName="dotArrow5" refType="userD"/>
                  <dgm:constr type="ctrX" for="ch" forName="dotArrow6" refType="w" fact="0.2108"/>
                  <dgm:constr type="ctrY" for="ch" forName="dotArrow6" refType="h" fact="-0.0084"/>
                  <dgm:constr type="w" for="ch" forName="dotArrow6" refType="userD"/>
                  <dgm:constr type="h" for="ch" forName="dotArrow6" refType="userD"/>
                  <dgm:constr type="ctrX" for="ch" forName="dotArrow7" refType="w" fact="0.2108"/>
                  <dgm:constr type="ctrY" for="ch" forName="dotArrow7" refType="h" fact="0.0211"/>
                  <dgm:constr type="w" for="ch" forName="dotArrow7" refType="userD"/>
                  <dgm:constr type="h" for="ch" forName="dotArrow7" refType="userD"/>
                  <dgm:constr type="r" for="ch" forName="parTx1" refType="w" fact="0.7085"/>
                  <dgm:constr type="t" for="ch" forName="parTx1" refType="h" fact="0.8845"/>
                  <dgm:constr type="w" for="ch" forName="parTx1" refType="w" fact="0.2396"/>
                  <dgm:constr type="h" for="ch" forName="parTx1" refType="h" fact="0.0704"/>
                  <dgm:constr type="ctrX" for="ch" forName="picture1" refType="w" fact="0.7194"/>
                  <dgm:constr type="ctrY" for="ch" forName="picture1" refType="h" fact="0.8769"/>
                  <dgm:constr type="w" for="ch" forName="picture1" refType="w" fact="0.1111"/>
                  <dgm:constr type="h" for="ch" forName="picture1" refType="h" fact="0.1218"/>
                  <dgm:constr type="r" for="ch" forName="parTx2" refType="w" fact="0.4828"/>
                  <dgm:constr type="t" for="ch" forName="parTx2" refType="h" fact="0.7946"/>
                  <dgm:constr type="w" for="ch" forName="parTx2" refType="w" fact="0.2396"/>
                  <dgm:constr type="h" for="ch" forName="parTx2" refType="h" fact="0.0704"/>
                  <dgm:constr type="ctrX" for="ch" forName="picture2" refType="w" fact="0.4937"/>
                  <dgm:constr type="ctrY" for="ch" forName="picture2" refType="h" fact="0.787"/>
                  <dgm:constr type="w" for="ch" forName="picture2" refType="w" fact="0.1111"/>
                  <dgm:constr type="h" for="ch" forName="picture2" refType="h" fact="0.1218"/>
                  <dgm:constr type="r" for="ch" forName="parTx3" refType="w" fact="0.3715"/>
                  <dgm:constr type="t" for="ch" forName="parTx3" refType="h" fact="0.672"/>
                  <dgm:constr type="w" for="ch" forName="parTx3" refType="w" fact="0.2396"/>
                  <dgm:constr type="h" for="ch" forName="parTx3" refType="h" fact="0.0704"/>
                  <dgm:constr type="ctrX" for="ch" forName="picture3" refType="w" fact="0.3824"/>
                  <dgm:constr type="ctrY" for="ch" forName="picture3" refType="h" fact="0.6644"/>
                  <dgm:constr type="w" for="ch" forName="picture3" refType="w" fact="0.1111"/>
                  <dgm:constr type="h" for="ch" forName="picture3" refType="h" fact="0.1218"/>
                  <dgm:constr type="r" for="ch" forName="parTx4" refType="w" fact="0.3006"/>
                  <dgm:constr type="t" for="ch" forName="parTx4" refType="h" fact="0.5369"/>
                  <dgm:constr type="w" for="ch" forName="parTx4" refType="w" fact="0.2396"/>
                  <dgm:constr type="h" for="ch" forName="parTx4" refType="h" fact="0.0704"/>
                  <dgm:constr type="ctrX" for="ch" forName="picture4" refType="w" fact="0.3115"/>
                  <dgm:constr type="ctrY" for="ch" forName="picture4" refType="h" fact="0.5294"/>
                  <dgm:constr type="w" for="ch" forName="picture4" refType="w" fact="0.1111"/>
                  <dgm:constr type="h" for="ch" forName="picture4" refType="h" fact="0.1218"/>
                  <dgm:constr type="r" for="ch" forName="parTx5" refType="w" fact="0.25"/>
                  <dgm:constr type="t" for="ch" forName="parTx5" refType="h" fact="0.394"/>
                  <dgm:constr type="w" for="ch" forName="parTx5" refType="w" fact="0.2396"/>
                  <dgm:constr type="h" for="ch" forName="parTx5" refType="h" fact="0.0704"/>
                  <dgm:constr type="ctrX" for="ch" forName="picture5" refType="w" fact="0.2609"/>
                  <dgm:constr type="ctrY" for="ch" forName="picture5" refType="h" fact="0.3864"/>
                  <dgm:constr type="w" for="ch" forName="picture5" refType="w" fact="0.1111"/>
                  <dgm:constr type="h" for="ch" forName="picture5" refType="h" fact="0.1218"/>
                  <dgm:constr type="r" for="ch" forName="parTx6" refType="w" fact="0.2212"/>
                  <dgm:constr type="t" for="ch" forName="parTx6" refType="h" fact="0.252"/>
                  <dgm:constr type="w" for="ch" forName="parTx6" refType="w" fact="0.2396"/>
                  <dgm:constr type="h" for="ch" forName="parTx6" refType="h" fact="0.0704"/>
                  <dgm:constr type="ctrX" for="ch" forName="picture6" refType="w" fact="0.2321"/>
                  <dgm:constr type="ctrY" for="ch" forName="picture6" refType="h" fact="0.2444"/>
                  <dgm:constr type="w" for="ch" forName="picture6" refType="w" fact="0.1111"/>
                  <dgm:constr type="h" for="ch" forName="picture6" refType="h" fact="0.1218"/>
                  <dgm:constr type="r" for="ch" forName="parTx7" refType="w" fact="0.2055"/>
                  <dgm:constr type="t" for="ch" forName="parTx7" refType="h" fact="0.1151"/>
                  <dgm:constr type="w" for="ch" forName="parTx7" refType="w" fact="0.2396"/>
                  <dgm:constr type="h" for="ch" forName="parTx7" refType="h" fact="0.0704"/>
                  <dgm:constr type="ctrX" for="ch" forName="picture7" refType="w" fact="0.2164"/>
                  <dgm:constr type="ctrY" for="ch" forName="picture7" refType="h" fact="0.1075"/>
                  <dgm:constr type="w" for="ch" forName="picture7" refType="w" fact="0.1111"/>
                  <dgm:constr type="h" for="ch" forName="picture7" refType="h" fact="0.1218"/>
                </dgm:constrLst>
              </dgm:else>
            </dgm:choose>
          </dgm:else>
        </dgm:choose>
      </dgm:else>
    </dgm:choose>
    <dgm:forEach name="wrapper" axis="self" ptType="parTrans">
      <dgm:forEach name="wrapper2" axis="self" ptType="sibTrans" st="2">
        <dgm:forEach name="imageRepeat" axis="self">
          <dgm:layoutNode name="imageRepeatNode" styleLbl="fgImgPlace1">
            <dgm:alg type="sp"/>
            <dgm:shape xmlns:r="http://schemas.openxmlformats.org/officeDocument/2006/relationships" type="ellipse" r:blip="" blipPhldr="1">
              <dgm:adjLst/>
            </dgm:shape>
            <dgm:presOf axis="self"/>
          </dgm:layoutNode>
        </dgm:forEach>
      </dgm:forEach>
    </dgm:forEach>
    <dgm:choose name="Name72">
      <dgm:if name="Name73" axis="ch" ptType="node" func="cnt" op="gte" val="2">
        <dgm:layoutNode name="dot1" styleLbl="alignNode1">
          <dgm:alg type="sp"/>
          <dgm:shape xmlns:r="http://schemas.openxmlformats.org/officeDocument/2006/relationships" type="ellipse" r:blip="">
            <dgm:adjLst/>
          </dgm:shape>
          <dgm:presOf/>
        </dgm:layoutNode>
        <dgm:layoutNode name="dot2" styleLbl="alignNode1">
          <dgm:alg type="sp"/>
          <dgm:shape xmlns:r="http://schemas.openxmlformats.org/officeDocument/2006/relationships" type="ellipse" r:blip="">
            <dgm:adjLst/>
          </dgm:shape>
          <dgm:presOf/>
        </dgm:layoutNode>
        <dgm:layoutNode name="dot3" styleLbl="alignNode1">
          <dgm:alg type="sp"/>
          <dgm:shape xmlns:r="http://schemas.openxmlformats.org/officeDocument/2006/relationships" type="ellipse" r:blip="">
            <dgm:adjLst/>
          </dgm:shape>
          <dgm:presOf/>
        </dgm:layoutNode>
      </dgm:if>
      <dgm:else name="Name74"/>
    </dgm:choose>
    <dgm:choose name="Name75">
      <dgm:if name="Name76" axis="ch" ptType="node" func="cnt" op="gte" val="3">
        <dgm:layoutNode name="dot4" styleLbl="alignNode1">
          <dgm:alg type="sp"/>
          <dgm:shape xmlns:r="http://schemas.openxmlformats.org/officeDocument/2006/relationships" type="ellipse" r:blip="">
            <dgm:adjLst/>
          </dgm:shape>
          <dgm:presOf/>
        </dgm:layoutNode>
        <dgm:layoutNode name="dot5" styleLbl="alignNode1">
          <dgm:alg type="sp"/>
          <dgm:shape xmlns:r="http://schemas.openxmlformats.org/officeDocument/2006/relationships" type="ellipse" r:blip="">
            <dgm:adjLst/>
          </dgm:shape>
          <dgm:presOf/>
        </dgm:layoutNode>
      </dgm:if>
      <dgm:else name="Name77"/>
    </dgm:choose>
    <dgm:choose name="Name78">
      <dgm:if name="Name79" axis="ch" ptType="node" func="cnt" op="gte" val="4">
        <dgm:layoutNode name="dot6" styleLbl="alignNode1">
          <dgm:alg type="sp"/>
          <dgm:shape xmlns:r="http://schemas.openxmlformats.org/officeDocument/2006/relationships" type="ellipse" r:blip="">
            <dgm:adjLst/>
          </dgm:shape>
          <dgm:presOf/>
        </dgm:layoutNode>
      </dgm:if>
      <dgm:else name="Name80"/>
    </dgm:choose>
    <dgm:choose name="Name81">
      <dgm:if name="Name82" axis="ch" ptType="node" func="cnt" op="gte" val="5">
        <dgm:layoutNode name="dot7" styleLbl="alignNode1">
          <dgm:alg type="sp"/>
          <dgm:shape xmlns:r="http://schemas.openxmlformats.org/officeDocument/2006/relationships" type="ellipse" r:blip="">
            <dgm:adjLst/>
          </dgm:shape>
          <dgm:presOf/>
        </dgm:layoutNode>
        <dgm:layoutNode name="dot8" styleLbl="alignNode1">
          <dgm:alg type="sp"/>
          <dgm:shape xmlns:r="http://schemas.openxmlformats.org/officeDocument/2006/relationships" type="ellipse" r:blip="">
            <dgm:adjLst/>
          </dgm:shape>
          <dgm:presOf/>
        </dgm:layoutNode>
      </dgm:if>
      <dgm:else name="Name83"/>
    </dgm:choose>
    <dgm:choose name="Name84">
      <dgm:if name="Name85" axis="ch" ptType="node" func="cnt" op="gte" val="6">
        <dgm:layoutNode name="dot9" styleLbl="alignNode1">
          <dgm:alg type="sp"/>
          <dgm:shape xmlns:r="http://schemas.openxmlformats.org/officeDocument/2006/relationships" type="ellipse" r:blip="">
            <dgm:adjLst/>
          </dgm:shape>
          <dgm:presOf/>
        </dgm:layoutNode>
        <dgm:layoutNode name="dot10" styleLbl="alignNode1">
          <dgm:alg type="sp"/>
          <dgm:shape xmlns:r="http://schemas.openxmlformats.org/officeDocument/2006/relationships" type="ellipse" r:blip="">
            <dgm:adjLst/>
          </dgm:shape>
          <dgm:presOf/>
        </dgm:layoutNode>
      </dgm:if>
      <dgm:else name="Name86"/>
    </dgm:choose>
    <dgm:choose name="Name87">
      <dgm:if name="Name88" axis="ch" ptType="node" func="cnt" op="gte" val="7">
        <dgm:layoutNode name="dot11" styleLbl="alignNode1">
          <dgm:alg type="sp"/>
          <dgm:shape xmlns:r="http://schemas.openxmlformats.org/officeDocument/2006/relationships" type="ellipse" r:blip="">
            <dgm:adjLst/>
          </dgm:shape>
          <dgm:presOf/>
        </dgm:layoutNode>
      </dgm:if>
      <dgm:else name="Name89"/>
    </dgm:choose>
    <dgm:choose name="Name90">
      <dgm:if name="Name91" axis="ch" ptType="node" func="cnt" op="gte" val="2">
        <dgm:layoutNode name="dotArrow1" styleLbl="alignNode1">
          <dgm:alg type="sp"/>
          <dgm:shape xmlns:r="http://schemas.openxmlformats.org/officeDocument/2006/relationships" type="ellipse" r:blip="">
            <dgm:adjLst/>
          </dgm:shape>
          <dgm:presOf/>
        </dgm:layoutNode>
        <dgm:layoutNode name="dotArrow2" styleLbl="alignNode1">
          <dgm:alg type="sp"/>
          <dgm:shape xmlns:r="http://schemas.openxmlformats.org/officeDocument/2006/relationships" type="ellipse" r:blip="">
            <dgm:adjLst/>
          </dgm:shape>
          <dgm:presOf/>
        </dgm:layoutNode>
        <dgm:layoutNode name="dotArrow3" styleLbl="alignNode1">
          <dgm:alg type="sp"/>
          <dgm:shape xmlns:r="http://schemas.openxmlformats.org/officeDocument/2006/relationships" type="ellipse" r:blip="">
            <dgm:adjLst/>
          </dgm:shape>
          <dgm:presOf/>
        </dgm:layoutNode>
        <dgm:layoutNode name="dotArrow4" styleLbl="alignNode1">
          <dgm:alg type="sp"/>
          <dgm:shape xmlns:r="http://schemas.openxmlformats.org/officeDocument/2006/relationships" type="ellipse" r:blip="">
            <dgm:adjLst/>
          </dgm:shape>
          <dgm:presOf/>
        </dgm:layoutNode>
        <dgm:layoutNode name="dotArrow5" styleLbl="alignNode1">
          <dgm:alg type="sp"/>
          <dgm:shape xmlns:r="http://schemas.openxmlformats.org/officeDocument/2006/relationships" type="ellipse" r:blip="">
            <dgm:adjLst/>
          </dgm:shape>
          <dgm:presOf/>
        </dgm:layoutNode>
        <dgm:layoutNode name="dotArrow6" styleLbl="alignNode1">
          <dgm:alg type="sp"/>
          <dgm:shape xmlns:r="http://schemas.openxmlformats.org/officeDocument/2006/relationships" type="ellipse" r:blip="">
            <dgm:adjLst/>
          </dgm:shape>
          <dgm:presOf/>
        </dgm:layoutNode>
        <dgm:layoutNode name="dotArrow7" styleLbl="alignNode1">
          <dgm:alg type="sp"/>
          <dgm:shape xmlns:r="http://schemas.openxmlformats.org/officeDocument/2006/relationships" type="ellipse" r:blip="">
            <dgm:adjLst/>
          </dgm:shape>
          <dgm:presOf/>
        </dgm:layoutNode>
      </dgm:if>
      <dgm:else name="Name92"/>
    </dgm:choose>
    <dgm:forEach name="Name93" axis="ch" ptType="node" cnt="1">
      <dgm:layoutNode name="parTx1">
        <dgm:choose name="Name94">
          <dgm:if name="Name95" func="var" arg="dir" op="equ" val="norm">
            <dgm:alg type="tx">
              <dgm:param type="parTxLTRAlign" val="l"/>
              <dgm:param type="parTxRTLAlign" val="r"/>
            </dgm:alg>
          </dgm:if>
          <dgm:else name="Name96">
            <dgm:alg type="tx">
              <dgm:param type="parTxLTRAlign" val="r"/>
              <dgm:param type="parTxRTLAlign" val="l"/>
            </dgm:alg>
          </dgm:else>
        </dgm:choose>
        <dgm:shape xmlns:r="http://schemas.openxmlformats.org/officeDocument/2006/relationships" type="roundRect" r:blip="">
          <dgm:adjLst/>
        </dgm:shape>
        <dgm:presOf axis="self" ptType="node"/>
        <dgm:choose name="Name97">
          <dgm:if name="Name98" func="var" arg="dir" op="equ" val="norm">
            <dgm:constrLst>
              <dgm:constr type="lMarg" refType="w" fact="0.6"/>
              <dgm:constr type="rMarg" refType="primFontSz" fact="0.3"/>
              <dgm:constr type="tMarg" refType="primFontSz" fact="0.3"/>
              <dgm:constr type="bMarg" refType="primFontSz" fact="0.3"/>
            </dgm:constrLst>
          </dgm:if>
          <dgm:else name="Name99">
            <dgm:constrLst>
              <dgm:constr type="rMarg" refType="w" fact="0.6"/>
              <dgm:constr type="lMarg" refType="primFontSz" fact="0.3"/>
              <dgm:constr type="tMarg" refType="primFontSz" fact="0.3"/>
              <dgm:constr type="bMarg" refType="primFontSz" fact="0.3"/>
            </dgm:constrLst>
          </dgm:else>
        </dgm:choose>
        <dgm:ruleLst>
          <dgm:rule type="primFontSz" val="5" fact="NaN" max="NaN"/>
        </dgm:ruleLst>
      </dgm:layoutNode>
      <dgm:choose name="Name100">
        <dgm:if name="Name101" axis="ch" ptType="node" func="cnt" op="gte" val="1">
          <dgm:layoutNode name="desTx1" styleLbl="revTx">
            <dgm:varLst>
              <dgm:bulletEnabled val="1"/>
            </dgm:varLst>
            <dgm:choose name="Name102">
              <dgm:if name="Name103" func="var" arg="dir" op="equ" val="norm">
                <dgm:choose name="Name104">
                  <dgm:if name="Name105" axis="ch" ptType="node" func="cnt" op="gte" val="2">
                    <dgm:alg type="tx">
                      <dgm:param type="parTxLTRAlign" val="l"/>
                      <dgm:param type="parTxRTLAlign" val="l"/>
                      <dgm:param type="stBulletLvl" val="1"/>
                    </dgm:alg>
                  </dgm:if>
                  <dgm:else name="Name106">
                    <dgm:alg type="tx">
                      <dgm:param type="parTxLTRAlign" val="l"/>
                      <dgm:param type="parTxRTLAlign" val="l"/>
                    </dgm:alg>
                  </dgm:else>
                </dgm:choose>
              </dgm:if>
              <dgm:else name="Name107">
                <dgm:choose name="Name108">
                  <dgm:if name="Name109" axis="ch" ptType="node" func="cnt" op="gte" val="2">
                    <dgm:alg type="tx">
                      <dgm:param type="parTxLTRAlign" val="r"/>
                      <dgm:param type="parTxRTLAlign" val="r"/>
                      <dgm:param type="shpTxLTRAlignCh" val="r"/>
                      <dgm:param type="shpTxRTLAlignCh" val="r"/>
                      <dgm:param type="stBulletLvl" val="1"/>
                    </dgm:alg>
                  </dgm:if>
                  <dgm:else name="Name110">
                    <dgm:alg type="tx">
                      <dgm:param type="parTxLTRAlign" val="r"/>
                      <dgm:param type="parTxRTLAlign" val="r"/>
                      <dgm:param type="shpTxLTRAlignCh" val="r"/>
                      <dgm:param type="shpTxRTLAlignCh" val="r"/>
                    </dgm:alg>
                  </dgm:else>
                </dgm:choose>
              </dgm:else>
            </dgm:choose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rMarg" refType="primFontSz" fact="0.2"/>
              <dgm:constr type="tMarg" refType="primFontSz" fact="0.2"/>
              <dgm:constr type="bMarg" refType="primFontSz" fact="0.2"/>
            </dgm:constrLst>
            <dgm:ruleLst>
              <dgm:rule type="primFontSz" val="5" fact="NaN" max="NaN"/>
            </dgm:ruleLst>
          </dgm:layoutNode>
        </dgm:if>
        <dgm:else name="Name111"/>
      </dgm:choose>
    </dgm:forEach>
    <dgm:forEach name="Name112" axis="ch" ptType="sibTrans" hideLastTrans="0" cnt="1">
      <dgm:layoutNode name="picture1">
        <dgm:alg type="sp"/>
        <dgm:shape xmlns:r="http://schemas.openxmlformats.org/officeDocument/2006/relationships" r:blip="">
          <dgm:adjLst/>
        </dgm:shape>
        <dgm:presOf/>
        <dgm:constrLst/>
        <dgm:forEach name="Name113" ref="imageRepeat"/>
      </dgm:layoutNode>
    </dgm:forEach>
    <dgm:forEach name="Name114" axis="ch" ptType="node" st="2" cnt="1">
      <dgm:layoutNode name="parTx2">
        <dgm:choose name="Name115">
          <dgm:if name="Name116" func="var" arg="dir" op="equ" val="norm">
            <dgm:alg type="tx">
              <dgm:param type="parTxLTRAlign" val="l"/>
              <dgm:param type="parTxRTLAlign" val="r"/>
            </dgm:alg>
          </dgm:if>
          <dgm:else name="Name117">
            <dgm:alg type="tx">
              <dgm:param type="parTxLTRAlign" val="r"/>
              <dgm:param type="parTxRTLAlign" val="l"/>
            </dgm:alg>
          </dgm:else>
        </dgm:choose>
        <dgm:shape xmlns:r="http://schemas.openxmlformats.org/officeDocument/2006/relationships" type="roundRect" r:blip="">
          <dgm:adjLst/>
        </dgm:shape>
        <dgm:presOf axis="self" ptType="node"/>
        <dgm:choose name="Name118">
          <dgm:if name="Name119" func="var" arg="dir" op="equ" val="norm">
            <dgm:constrLst>
              <dgm:constr type="lMarg" refType="w" fact="0.6"/>
              <dgm:constr type="rMarg" refType="primFontSz" fact="0.3"/>
              <dgm:constr type="tMarg" refType="primFontSz" fact="0.3"/>
              <dgm:constr type="bMarg" refType="primFontSz" fact="0.3"/>
            </dgm:constrLst>
          </dgm:if>
          <dgm:else name="Name120">
            <dgm:constrLst>
              <dgm:constr type="rMarg" refType="w" fact="0.6"/>
              <dgm:constr type="lMarg" refType="primFontSz" fact="0.3"/>
              <dgm:constr type="tMarg" refType="primFontSz" fact="0.3"/>
              <dgm:constr type="bMarg" refType="primFontSz" fact="0.3"/>
            </dgm:constrLst>
          </dgm:else>
        </dgm:choose>
        <dgm:ruleLst>
          <dgm:rule type="primFontSz" val="5" fact="NaN" max="NaN"/>
        </dgm:ruleLst>
      </dgm:layoutNode>
      <dgm:choose name="Name121">
        <dgm:if name="Name122" axis="ch" ptType="node" func="cnt" op="gte" val="1">
          <dgm:layoutNode name="desTx2" styleLbl="revTx">
            <dgm:varLst>
              <dgm:bulletEnabled val="1"/>
            </dgm:varLst>
            <dgm:choose name="Name123">
              <dgm:if name="Name124" func="var" arg="dir" op="equ" val="norm">
                <dgm:choose name="Name125">
                  <dgm:if name="Name126" axis="ch" ptType="node" func="cnt" op="gte" val="2">
                    <dgm:alg type="tx">
                      <dgm:param type="parTxLTRAlign" val="l"/>
                      <dgm:param type="parTxRTLAlign" val="l"/>
                      <dgm:param type="stBulletLvl" val="1"/>
                    </dgm:alg>
                  </dgm:if>
                  <dgm:else name="Name127">
                    <dgm:alg type="tx">
                      <dgm:param type="parTxLTRAlign" val="l"/>
                      <dgm:param type="parTxRTLAlign" val="l"/>
                    </dgm:alg>
                  </dgm:else>
                </dgm:choose>
              </dgm:if>
              <dgm:else name="Name128">
                <dgm:choose name="Name129">
                  <dgm:if name="Name130" axis="ch" ptType="node" func="cnt" op="gte" val="2">
                    <dgm:alg type="tx">
                      <dgm:param type="parTxLTRAlign" val="r"/>
                      <dgm:param type="parTxRTLAlign" val="r"/>
                      <dgm:param type="shpTxLTRAlignCh" val="r"/>
                      <dgm:param type="shpTxRTLAlignCh" val="r"/>
                      <dgm:param type="stBulletLvl" val="1"/>
                    </dgm:alg>
                  </dgm:if>
                  <dgm:else name="Name131">
                    <dgm:alg type="tx">
                      <dgm:param type="parTxLTRAlign" val="r"/>
                      <dgm:param type="parTxRTLAlign" val="r"/>
                      <dgm:param type="shpTxLTRAlignCh" val="r"/>
                      <dgm:param type="shpTxRTLAlignCh" val="r"/>
                    </dgm:alg>
                  </dgm:else>
                </dgm:choose>
              </dgm:else>
            </dgm:choose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rMarg" refType="primFontSz" fact="0.2"/>
              <dgm:constr type="tMarg" refType="primFontSz" fact="0.2"/>
              <dgm:constr type="bMarg" refType="primFontSz" fact="0.2"/>
            </dgm:constrLst>
            <dgm:ruleLst>
              <dgm:rule type="primFontSz" val="5" fact="NaN" max="NaN"/>
            </dgm:ruleLst>
          </dgm:layoutNode>
        </dgm:if>
        <dgm:else name="Name132"/>
      </dgm:choose>
    </dgm:forEach>
    <dgm:forEach name="Name133" axis="ch" ptType="sibTrans" hideLastTrans="0" st="2" cnt="1">
      <dgm:layoutNode name="picture2">
        <dgm:alg type="sp"/>
        <dgm:shape xmlns:r="http://schemas.openxmlformats.org/officeDocument/2006/relationships" r:blip="">
          <dgm:adjLst/>
        </dgm:shape>
        <dgm:presOf/>
        <dgm:constrLst/>
        <dgm:forEach name="Name134" ref="imageRepeat"/>
      </dgm:layoutNode>
    </dgm:forEach>
    <dgm:forEach name="Name135" axis="ch" ptType="node" st="3" cnt="1">
      <dgm:layoutNode name="parTx3">
        <dgm:choose name="Name136">
          <dgm:if name="Name137" func="var" arg="dir" op="equ" val="norm">
            <dgm:alg type="tx">
              <dgm:param type="parTxLTRAlign" val="l"/>
              <dgm:param type="parTxRTLAlign" val="r"/>
            </dgm:alg>
          </dgm:if>
          <dgm:else name="Name138">
            <dgm:alg type="tx">
              <dgm:param type="parTxLTRAlign" val="r"/>
              <dgm:param type="parTxRTLAlign" val="l"/>
            </dgm:alg>
          </dgm:else>
        </dgm:choose>
        <dgm:shape xmlns:r="http://schemas.openxmlformats.org/officeDocument/2006/relationships" type="roundRect" r:blip="">
          <dgm:adjLst/>
        </dgm:shape>
        <dgm:presOf axis="self" ptType="node"/>
        <dgm:choose name="Name139">
          <dgm:if name="Name140" func="var" arg="dir" op="equ" val="norm">
            <dgm:constrLst>
              <dgm:constr type="lMarg" refType="w" fact="0.6"/>
              <dgm:constr type="rMarg" refType="primFontSz" fact="0.3"/>
              <dgm:constr type="tMarg" refType="primFontSz" fact="0.3"/>
              <dgm:constr type="bMarg" refType="primFontSz" fact="0.3"/>
            </dgm:constrLst>
          </dgm:if>
          <dgm:else name="Name141">
            <dgm:constrLst>
              <dgm:constr type="rMarg" refType="w" fact="0.6"/>
              <dgm:constr type="lMarg" refType="primFontSz" fact="0.3"/>
              <dgm:constr type="tMarg" refType="primFontSz" fact="0.3"/>
              <dgm:constr type="bMarg" refType="primFontSz" fact="0.3"/>
            </dgm:constrLst>
          </dgm:else>
        </dgm:choose>
        <dgm:ruleLst>
          <dgm:rule type="primFontSz" val="5" fact="NaN" max="NaN"/>
        </dgm:ruleLst>
      </dgm:layoutNode>
      <dgm:choose name="Name142">
        <dgm:if name="Name143" axis="ch" ptType="node" func="cnt" op="gte" val="1">
          <dgm:layoutNode name="desTx3" styleLbl="revTx">
            <dgm:varLst>
              <dgm:bulletEnabled val="1"/>
            </dgm:varLst>
            <dgm:choose name="Name144">
              <dgm:if name="Name145" func="var" arg="dir" op="equ" val="norm">
                <dgm:choose name="Name146">
                  <dgm:if name="Name147" axis="ch" ptType="node" func="cnt" op="gte" val="2">
                    <dgm:alg type="tx">
                      <dgm:param type="parTxLTRAlign" val="l"/>
                      <dgm:param type="parTxRTLAlign" val="l"/>
                      <dgm:param type="stBulletLvl" val="1"/>
                    </dgm:alg>
                  </dgm:if>
                  <dgm:else name="Name148">
                    <dgm:alg type="tx">
                      <dgm:param type="parTxLTRAlign" val="l"/>
                      <dgm:param type="parTxRTLAlign" val="l"/>
                    </dgm:alg>
                  </dgm:else>
                </dgm:choose>
              </dgm:if>
              <dgm:else name="Name149">
                <dgm:choose name="Name150">
                  <dgm:if name="Name151" axis="ch" ptType="node" func="cnt" op="gte" val="2">
                    <dgm:alg type="tx">
                      <dgm:param type="parTxLTRAlign" val="r"/>
                      <dgm:param type="parTxRTLAlign" val="r"/>
                      <dgm:param type="shpTxLTRAlignCh" val="r"/>
                      <dgm:param type="shpTxRTLAlignCh" val="r"/>
                      <dgm:param type="stBulletLvl" val="1"/>
                    </dgm:alg>
                  </dgm:if>
                  <dgm:else name="Name152">
                    <dgm:alg type="tx">
                      <dgm:param type="parTxLTRAlign" val="r"/>
                      <dgm:param type="parTxRTLAlign" val="r"/>
                      <dgm:param type="shpTxLTRAlignCh" val="r"/>
                      <dgm:param type="shpTxRTLAlignCh" val="r"/>
                    </dgm:alg>
                  </dgm:else>
                </dgm:choose>
              </dgm:else>
            </dgm:choose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rMarg" refType="primFontSz" fact="0.2"/>
              <dgm:constr type="tMarg" refType="primFontSz" fact="0.2"/>
              <dgm:constr type="bMarg" refType="primFontSz" fact="0.2"/>
            </dgm:constrLst>
            <dgm:ruleLst>
              <dgm:rule type="primFontSz" val="5" fact="NaN" max="NaN"/>
            </dgm:ruleLst>
          </dgm:layoutNode>
        </dgm:if>
        <dgm:else name="Name153"/>
      </dgm:choose>
    </dgm:forEach>
    <dgm:forEach name="Name154" axis="ch" ptType="sibTrans" hideLastTrans="0" st="3" cnt="1">
      <dgm:layoutNode name="picture3">
        <dgm:alg type="sp"/>
        <dgm:shape xmlns:r="http://schemas.openxmlformats.org/officeDocument/2006/relationships" r:blip="">
          <dgm:adjLst/>
        </dgm:shape>
        <dgm:presOf/>
        <dgm:constrLst/>
        <dgm:forEach name="Name155" ref="imageRepeat"/>
      </dgm:layoutNode>
    </dgm:forEach>
    <dgm:forEach name="Name156" axis="ch" ptType="node" st="4" cnt="1">
      <dgm:layoutNode name="parTx4">
        <dgm:choose name="Name157">
          <dgm:if name="Name158" func="var" arg="dir" op="equ" val="norm">
            <dgm:alg type="tx">
              <dgm:param type="parTxLTRAlign" val="l"/>
              <dgm:param type="parTxRTLAlign" val="r"/>
            </dgm:alg>
          </dgm:if>
          <dgm:else name="Name159">
            <dgm:alg type="tx">
              <dgm:param type="parTxLTRAlign" val="r"/>
              <dgm:param type="parTxRTLAlign" val="l"/>
            </dgm:alg>
          </dgm:else>
        </dgm:choose>
        <dgm:shape xmlns:r="http://schemas.openxmlformats.org/officeDocument/2006/relationships" type="roundRect" r:blip="">
          <dgm:adjLst/>
        </dgm:shape>
        <dgm:presOf axis="self" ptType="node"/>
        <dgm:choose name="Name160">
          <dgm:if name="Name161" func="var" arg="dir" op="equ" val="norm">
            <dgm:constrLst>
              <dgm:constr type="lMarg" refType="w" fact="0.6"/>
              <dgm:constr type="rMarg" refType="primFontSz" fact="0.3"/>
              <dgm:constr type="tMarg" refType="primFontSz" fact="0.3"/>
              <dgm:constr type="bMarg" refType="primFontSz" fact="0.3"/>
            </dgm:constrLst>
          </dgm:if>
          <dgm:else name="Name162">
            <dgm:constrLst>
              <dgm:constr type="rMarg" refType="w" fact="0.6"/>
              <dgm:constr type="lMarg" refType="primFontSz" fact="0.3"/>
              <dgm:constr type="tMarg" refType="primFontSz" fact="0.3"/>
              <dgm:constr type="bMarg" refType="primFontSz" fact="0.3"/>
            </dgm:constrLst>
          </dgm:else>
        </dgm:choose>
        <dgm:ruleLst>
          <dgm:rule type="primFontSz" val="5" fact="NaN" max="NaN"/>
        </dgm:ruleLst>
      </dgm:layoutNode>
      <dgm:choose name="Name163">
        <dgm:if name="Name164" axis="ch" ptType="node" func="cnt" op="gte" val="1">
          <dgm:layoutNode name="desTx4" styleLbl="revTx">
            <dgm:varLst>
              <dgm:bulletEnabled val="1"/>
            </dgm:varLst>
            <dgm:choose name="Name165">
              <dgm:if name="Name166" func="var" arg="dir" op="equ" val="norm">
                <dgm:choose name="Name167">
                  <dgm:if name="Name168" axis="ch" ptType="node" func="cnt" op="gte" val="2">
                    <dgm:alg type="tx">
                      <dgm:param type="parTxLTRAlign" val="l"/>
                      <dgm:param type="parTxRTLAlign" val="l"/>
                      <dgm:param type="stBulletLvl" val="1"/>
                    </dgm:alg>
                  </dgm:if>
                  <dgm:else name="Name169">
                    <dgm:alg type="tx">
                      <dgm:param type="parTxLTRAlign" val="l"/>
                      <dgm:param type="parTxRTLAlign" val="l"/>
                    </dgm:alg>
                  </dgm:else>
                </dgm:choose>
              </dgm:if>
              <dgm:else name="Name170">
                <dgm:choose name="Name171">
                  <dgm:if name="Name172" axis="ch" ptType="node" func="cnt" op="gte" val="2">
                    <dgm:alg type="tx">
                      <dgm:param type="parTxLTRAlign" val="r"/>
                      <dgm:param type="parTxRTLAlign" val="r"/>
                      <dgm:param type="shpTxLTRAlignCh" val="r"/>
                      <dgm:param type="shpTxRTLAlignCh" val="r"/>
                      <dgm:param type="stBulletLvl" val="1"/>
                    </dgm:alg>
                  </dgm:if>
                  <dgm:else name="Name173">
                    <dgm:alg type="tx">
                      <dgm:param type="parTxLTRAlign" val="r"/>
                      <dgm:param type="parTxRTLAlign" val="r"/>
                      <dgm:param type="shpTxLTRAlignCh" val="r"/>
                      <dgm:param type="shpTxRTLAlignCh" val="r"/>
                    </dgm:alg>
                  </dgm:else>
                </dgm:choose>
              </dgm:else>
            </dgm:choose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rMarg" refType="primFontSz" fact="0.2"/>
              <dgm:constr type="tMarg" refType="primFontSz" fact="0.2"/>
              <dgm:constr type="bMarg" refType="primFontSz" fact="0.2"/>
            </dgm:constrLst>
            <dgm:ruleLst>
              <dgm:rule type="primFontSz" val="5" fact="NaN" max="NaN"/>
            </dgm:ruleLst>
          </dgm:layoutNode>
        </dgm:if>
        <dgm:else name="Name174"/>
      </dgm:choose>
    </dgm:forEach>
    <dgm:forEach name="Name175" axis="ch" ptType="sibTrans" hideLastTrans="0" st="4" cnt="1">
      <dgm:layoutNode name="picture4">
        <dgm:alg type="sp"/>
        <dgm:shape xmlns:r="http://schemas.openxmlformats.org/officeDocument/2006/relationships" r:blip="">
          <dgm:adjLst/>
        </dgm:shape>
        <dgm:presOf/>
        <dgm:constrLst/>
        <dgm:forEach name="Name176" ref="imageRepeat"/>
      </dgm:layoutNode>
    </dgm:forEach>
    <dgm:forEach name="Name177" axis="ch" ptType="node" st="5" cnt="1">
      <dgm:layoutNode name="parTx5">
        <dgm:choose name="Name178">
          <dgm:if name="Name179" func="var" arg="dir" op="equ" val="norm">
            <dgm:alg type="tx">
              <dgm:param type="parTxLTRAlign" val="l"/>
              <dgm:param type="parTxRTLAlign" val="r"/>
            </dgm:alg>
          </dgm:if>
          <dgm:else name="Name180">
            <dgm:alg type="tx">
              <dgm:param type="parTxLTRAlign" val="r"/>
              <dgm:param type="parTxRTLAlign" val="l"/>
            </dgm:alg>
          </dgm:else>
        </dgm:choose>
        <dgm:shape xmlns:r="http://schemas.openxmlformats.org/officeDocument/2006/relationships" type="roundRect" r:blip="">
          <dgm:adjLst/>
        </dgm:shape>
        <dgm:presOf axis="self" ptType="node"/>
        <dgm:choose name="Name181">
          <dgm:if name="Name182" func="var" arg="dir" op="equ" val="norm">
            <dgm:constrLst>
              <dgm:constr type="lMarg" refType="w" fact="0.6"/>
              <dgm:constr type="rMarg" refType="primFontSz" fact="0.3"/>
              <dgm:constr type="tMarg" refType="primFontSz" fact="0.3"/>
              <dgm:constr type="bMarg" refType="primFontSz" fact="0.3"/>
            </dgm:constrLst>
          </dgm:if>
          <dgm:else name="Name183">
            <dgm:constrLst>
              <dgm:constr type="rMarg" refType="w" fact="0.6"/>
              <dgm:constr type="lMarg" refType="primFontSz" fact="0.3"/>
              <dgm:constr type="tMarg" refType="primFontSz" fact="0.3"/>
              <dgm:constr type="bMarg" refType="primFontSz" fact="0.3"/>
            </dgm:constrLst>
          </dgm:else>
        </dgm:choose>
        <dgm:ruleLst>
          <dgm:rule type="primFontSz" val="5" fact="NaN" max="NaN"/>
        </dgm:ruleLst>
      </dgm:layoutNode>
      <dgm:choose name="Name184">
        <dgm:if name="Name185" axis="ch" ptType="node" func="cnt" op="gte" val="1">
          <dgm:layoutNode name="desTx5" styleLbl="revTx">
            <dgm:varLst>
              <dgm:bulletEnabled val="1"/>
            </dgm:varLst>
            <dgm:choose name="Name186">
              <dgm:if name="Name187" func="var" arg="dir" op="equ" val="norm">
                <dgm:choose name="Name188">
                  <dgm:if name="Name189" axis="ch" ptType="node" func="cnt" op="gte" val="2">
                    <dgm:alg type="tx">
                      <dgm:param type="parTxLTRAlign" val="l"/>
                      <dgm:param type="parTxRTLAlign" val="l"/>
                      <dgm:param type="stBulletLvl" val="1"/>
                    </dgm:alg>
                  </dgm:if>
                  <dgm:else name="Name190">
                    <dgm:alg type="tx">
                      <dgm:param type="parTxLTRAlign" val="l"/>
                      <dgm:param type="parTxRTLAlign" val="l"/>
                    </dgm:alg>
                  </dgm:else>
                </dgm:choose>
              </dgm:if>
              <dgm:else name="Name191">
                <dgm:choose name="Name192">
                  <dgm:if name="Name193" axis="ch" ptType="node" func="cnt" op="gte" val="2">
                    <dgm:alg type="tx">
                      <dgm:param type="parTxLTRAlign" val="r"/>
                      <dgm:param type="parTxRTLAlign" val="r"/>
                      <dgm:param type="shpTxLTRAlignCh" val="r"/>
                      <dgm:param type="shpTxRTLAlignCh" val="r"/>
                      <dgm:param type="stBulletLvl" val="1"/>
                    </dgm:alg>
                  </dgm:if>
                  <dgm:else name="Name194">
                    <dgm:alg type="tx">
                      <dgm:param type="parTxLTRAlign" val="r"/>
                      <dgm:param type="parTxRTLAlign" val="r"/>
                      <dgm:param type="shpTxLTRAlignCh" val="r"/>
                      <dgm:param type="shpTxRTLAlignCh" val="r"/>
                    </dgm:alg>
                  </dgm:else>
                </dgm:choose>
              </dgm:else>
            </dgm:choose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rMarg" refType="primFontSz" fact="0.2"/>
              <dgm:constr type="tMarg" refType="primFontSz" fact="0.2"/>
              <dgm:constr type="bMarg" refType="primFontSz" fact="0.2"/>
            </dgm:constrLst>
            <dgm:ruleLst>
              <dgm:rule type="primFontSz" val="5" fact="NaN" max="NaN"/>
            </dgm:ruleLst>
          </dgm:layoutNode>
        </dgm:if>
        <dgm:else name="Name195"/>
      </dgm:choose>
    </dgm:forEach>
    <dgm:forEach name="Name196" axis="ch" ptType="sibTrans" hideLastTrans="0" st="5" cnt="1">
      <dgm:layoutNode name="picture5">
        <dgm:alg type="sp"/>
        <dgm:shape xmlns:r="http://schemas.openxmlformats.org/officeDocument/2006/relationships" r:blip="">
          <dgm:adjLst/>
        </dgm:shape>
        <dgm:presOf/>
        <dgm:constrLst/>
        <dgm:forEach name="Name197" ref="imageRepeat"/>
      </dgm:layoutNode>
    </dgm:forEach>
    <dgm:forEach name="Name198" axis="ch" ptType="node" st="6" cnt="1">
      <dgm:layoutNode name="parTx6">
        <dgm:choose name="Name199">
          <dgm:if name="Name200" func="var" arg="dir" op="equ" val="norm">
            <dgm:alg type="tx">
              <dgm:param type="parTxLTRAlign" val="l"/>
              <dgm:param type="parTxRTLAlign" val="r"/>
            </dgm:alg>
          </dgm:if>
          <dgm:else name="Name201">
            <dgm:alg type="tx">
              <dgm:param type="parTxLTRAlign" val="r"/>
              <dgm:param type="parTxRTLAlign" val="l"/>
            </dgm:alg>
          </dgm:else>
        </dgm:choose>
        <dgm:shape xmlns:r="http://schemas.openxmlformats.org/officeDocument/2006/relationships" type="roundRect" r:blip="">
          <dgm:adjLst/>
        </dgm:shape>
        <dgm:presOf axis="self" ptType="node"/>
        <dgm:choose name="Name202">
          <dgm:if name="Name203" func="var" arg="dir" op="equ" val="norm">
            <dgm:constrLst>
              <dgm:constr type="lMarg" refType="w" fact="0.6"/>
              <dgm:constr type="rMarg" refType="primFontSz" fact="0.3"/>
              <dgm:constr type="tMarg" refType="primFontSz" fact="0.3"/>
              <dgm:constr type="bMarg" refType="primFontSz" fact="0.3"/>
            </dgm:constrLst>
          </dgm:if>
          <dgm:else name="Name204">
            <dgm:constrLst>
              <dgm:constr type="rMarg" refType="w" fact="0.6"/>
              <dgm:constr type="lMarg" refType="primFontSz" fact="0.3"/>
              <dgm:constr type="tMarg" refType="primFontSz" fact="0.3"/>
              <dgm:constr type="bMarg" refType="primFontSz" fact="0.3"/>
            </dgm:constrLst>
          </dgm:else>
        </dgm:choose>
        <dgm:ruleLst>
          <dgm:rule type="primFontSz" val="5" fact="NaN" max="NaN"/>
        </dgm:ruleLst>
      </dgm:layoutNode>
      <dgm:choose name="Name205">
        <dgm:if name="Name206" axis="ch" ptType="node" func="cnt" op="gte" val="1">
          <dgm:layoutNode name="desTx6" styleLbl="revTx">
            <dgm:varLst>
              <dgm:bulletEnabled val="1"/>
            </dgm:varLst>
            <dgm:choose name="Name207">
              <dgm:if name="Name208" func="var" arg="dir" op="equ" val="norm">
                <dgm:choose name="Name209">
                  <dgm:if name="Name210" axis="ch" ptType="node" func="cnt" op="gte" val="2">
                    <dgm:alg type="tx">
                      <dgm:param type="parTxLTRAlign" val="l"/>
                      <dgm:param type="parTxRTLAlign" val="l"/>
                      <dgm:param type="stBulletLvl" val="1"/>
                    </dgm:alg>
                  </dgm:if>
                  <dgm:else name="Name211">
                    <dgm:alg type="tx">
                      <dgm:param type="parTxLTRAlign" val="l"/>
                      <dgm:param type="parTxRTLAlign" val="l"/>
                    </dgm:alg>
                  </dgm:else>
                </dgm:choose>
              </dgm:if>
              <dgm:else name="Name212">
                <dgm:choose name="Name213">
                  <dgm:if name="Name214" axis="ch" ptType="node" func="cnt" op="gte" val="2">
                    <dgm:alg type="tx">
                      <dgm:param type="parTxLTRAlign" val="r"/>
                      <dgm:param type="parTxRTLAlign" val="r"/>
                      <dgm:param type="shpTxLTRAlignCh" val="r"/>
                      <dgm:param type="shpTxRTLAlignCh" val="r"/>
                      <dgm:param type="stBulletLvl" val="1"/>
                    </dgm:alg>
                  </dgm:if>
                  <dgm:else name="Name215">
                    <dgm:alg type="tx">
                      <dgm:param type="parTxLTRAlign" val="r"/>
                      <dgm:param type="parTxRTLAlign" val="r"/>
                      <dgm:param type="shpTxLTRAlignCh" val="r"/>
                      <dgm:param type="shpTxRTLAlignCh" val="r"/>
                    </dgm:alg>
                  </dgm:else>
                </dgm:choose>
              </dgm:else>
            </dgm:choose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rMarg" refType="primFontSz" fact="0.2"/>
              <dgm:constr type="tMarg" refType="primFontSz" fact="0.2"/>
              <dgm:constr type="bMarg" refType="primFontSz" fact="0.2"/>
            </dgm:constrLst>
            <dgm:ruleLst>
              <dgm:rule type="primFontSz" val="5" fact="NaN" max="NaN"/>
            </dgm:ruleLst>
          </dgm:layoutNode>
        </dgm:if>
        <dgm:else name="Name216"/>
      </dgm:choose>
    </dgm:forEach>
    <dgm:forEach name="Name217" axis="ch" ptType="sibTrans" hideLastTrans="0" st="6" cnt="1">
      <dgm:layoutNode name="picture6">
        <dgm:alg type="sp"/>
        <dgm:shape xmlns:r="http://schemas.openxmlformats.org/officeDocument/2006/relationships" r:blip="">
          <dgm:adjLst/>
        </dgm:shape>
        <dgm:presOf/>
        <dgm:constrLst/>
        <dgm:forEach name="Name218" ref="imageRepeat"/>
      </dgm:layoutNode>
    </dgm:forEach>
    <dgm:forEach name="Name219" axis="ch" ptType="node" st="7" cnt="1">
      <dgm:layoutNode name="parTx7">
        <dgm:choose name="Name220">
          <dgm:if name="Name221" func="var" arg="dir" op="equ" val="norm">
            <dgm:alg type="tx">
              <dgm:param type="parTxLTRAlign" val="l"/>
              <dgm:param type="parTxRTLAlign" val="r"/>
            </dgm:alg>
          </dgm:if>
          <dgm:else name="Name222">
            <dgm:alg type="tx">
              <dgm:param type="parTxLTRAlign" val="r"/>
              <dgm:param type="parTxRTLAlign" val="l"/>
            </dgm:alg>
          </dgm:else>
        </dgm:choose>
        <dgm:shape xmlns:r="http://schemas.openxmlformats.org/officeDocument/2006/relationships" type="roundRect" r:blip="">
          <dgm:adjLst/>
        </dgm:shape>
        <dgm:presOf axis="self" ptType="node"/>
        <dgm:choose name="Name223">
          <dgm:if name="Name224" func="var" arg="dir" op="equ" val="norm">
            <dgm:constrLst>
              <dgm:constr type="lMarg" refType="w" fact="0.6"/>
              <dgm:constr type="rMarg" refType="primFontSz" fact="0.3"/>
              <dgm:constr type="tMarg" refType="primFontSz" fact="0.3"/>
              <dgm:constr type="bMarg" refType="primFontSz" fact="0.3"/>
            </dgm:constrLst>
          </dgm:if>
          <dgm:else name="Name225">
            <dgm:constrLst>
              <dgm:constr type="rMarg" refType="w" fact="0.6"/>
              <dgm:constr type="lMarg" refType="primFontSz" fact="0.3"/>
              <dgm:constr type="tMarg" refType="primFontSz" fact="0.3"/>
              <dgm:constr type="bMarg" refType="primFontSz" fact="0.3"/>
            </dgm:constrLst>
          </dgm:else>
        </dgm:choose>
        <dgm:ruleLst>
          <dgm:rule type="primFontSz" val="5" fact="NaN" max="NaN"/>
        </dgm:ruleLst>
      </dgm:layoutNode>
      <dgm:choose name="Name226">
        <dgm:if name="Name227" axis="ch" ptType="node" func="cnt" op="gte" val="1">
          <dgm:layoutNode name="desTx7" styleLbl="revTx">
            <dgm:varLst>
              <dgm:bulletEnabled val="1"/>
            </dgm:varLst>
            <dgm:choose name="Name228">
              <dgm:if name="Name229" func="var" arg="dir" op="equ" val="norm">
                <dgm:choose name="Name230">
                  <dgm:if name="Name231" axis="ch" ptType="node" func="cnt" op="gte" val="2">
                    <dgm:alg type="tx">
                      <dgm:param type="parTxLTRAlign" val="l"/>
                      <dgm:param type="parTxRTLAlign" val="l"/>
                      <dgm:param type="stBulletLvl" val="1"/>
                    </dgm:alg>
                  </dgm:if>
                  <dgm:else name="Name232">
                    <dgm:alg type="tx">
                      <dgm:param type="parTxLTRAlign" val="l"/>
                      <dgm:param type="parTxRTLAlign" val="l"/>
                    </dgm:alg>
                  </dgm:else>
                </dgm:choose>
              </dgm:if>
              <dgm:else name="Name233">
                <dgm:choose name="Name234">
                  <dgm:if name="Name235" axis="ch" ptType="node" func="cnt" op="gte" val="2">
                    <dgm:alg type="tx">
                      <dgm:param type="parTxLTRAlign" val="r"/>
                      <dgm:param type="parTxRTLAlign" val="r"/>
                      <dgm:param type="shpTxLTRAlignCh" val="r"/>
                      <dgm:param type="shpTxRTLAlignCh" val="r"/>
                      <dgm:param type="stBulletLvl" val="1"/>
                    </dgm:alg>
                  </dgm:if>
                  <dgm:else name="Name236">
                    <dgm:alg type="tx">
                      <dgm:param type="parTxLTRAlign" val="r"/>
                      <dgm:param type="parTxRTLAlign" val="r"/>
                      <dgm:param type="shpTxLTRAlignCh" val="r"/>
                      <dgm:param type="shpTxRTLAlignCh" val="r"/>
                    </dgm:alg>
                  </dgm:else>
                </dgm:choose>
              </dgm:else>
            </dgm:choose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rMarg" refType="primFontSz" fact="0.2"/>
              <dgm:constr type="tMarg" refType="primFontSz" fact="0.2"/>
              <dgm:constr type="bMarg" refType="primFontSz" fact="0.2"/>
            </dgm:constrLst>
            <dgm:ruleLst>
              <dgm:rule type="primFontSz" val="5" fact="NaN" max="NaN"/>
            </dgm:ruleLst>
          </dgm:layoutNode>
        </dgm:if>
        <dgm:else name="Name237"/>
      </dgm:choose>
    </dgm:forEach>
    <dgm:forEach name="Name238" axis="ch" ptType="sibTrans" hideLastTrans="0" st="7" cnt="1">
      <dgm:layoutNode name="picture7">
        <dgm:alg type="sp"/>
        <dgm:shape xmlns:r="http://schemas.openxmlformats.org/officeDocument/2006/relationships" r:blip="">
          <dgm:adjLst/>
        </dgm:shape>
        <dgm:presOf/>
        <dgm:constrLst/>
        <dgm:forEach name="Name239" ref="imageRepeat"/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>
            <a:extLst>
              <a:ext uri="{FF2B5EF4-FFF2-40B4-BE49-F238E27FC236}">
                <a16:creationId xmlns:a16="http://schemas.microsoft.com/office/drawing/2014/main" id="{B4CB627E-0D92-48C1-A2C3-6D345DA0FF8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DCC7847E-4239-44E7-9265-BAED21B535D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01E810D-C18D-4A8F-A028-438E9EC79B8A}" type="datetime1">
              <a:rPr lang="fr-FR" smtClean="0"/>
              <a:t>22/01/2024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6C27372B-D051-45D1-8AE1-677D2C6B3F8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72A575A1-B11C-4C66-B9AB-62DDDAAF7A9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C7D34AD-30F3-4930-9922-F7934CC4C68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04740928"/>
      </p:ext>
    </p:extLst>
  </p:cSld>
  <p:clrMap bg1="lt1" tx1="dk1" bg2="lt2" tx2="dk2" accent1="accent1" accent2="accent2" accent3="accent3" accent4="accent4" accent5="accent5" accent6="accent6" hlink="hlink" folHlink="folHlink"/>
  <p:hf sldNum="0" dt="0"/>
</p:handoutMaster>
</file>

<file path=ppt/notesMasters/_rels/notesMaster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420688" y="1543050"/>
            <a:ext cx="5956300" cy="3351213"/>
          </a:xfrm>
          <a:prstGeom prst="rect">
            <a:avLst/>
          </a:prstGeom>
          <a:noFill/>
          <a:ln w="12700">
            <a:solidFill>
              <a:schemeClr val="bg1">
                <a:lumMod val="75000"/>
              </a:schemeClr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79768" y="5082204"/>
            <a:ext cx="5438140" cy="4236408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  <p:txBody>
          <a:bodyPr vert="horz" lIns="91440" tIns="45720" rIns="91440" bIns="45720" rtlCol="0"/>
          <a:lstStyle/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453178" y="9449847"/>
            <a:ext cx="2945659" cy="329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800">
                <a:latin typeface="Verdana" panose="020B0604030504040204" pitchFamily="34" charset="0"/>
                <a:ea typeface="Verdana" panose="020B0604030504040204" pitchFamily="34" charset="0"/>
              </a:defRPr>
            </a:lvl1pPr>
          </a:lstStyle>
          <a:p>
            <a:endParaRPr lang="fr-FR" dirty="0"/>
          </a:p>
        </p:txBody>
      </p:sp>
      <p:pic>
        <p:nvPicPr>
          <p:cNvPr id="13" name="Image 12">
            <a:extLst>
              <a:ext uri="{FF2B5EF4-FFF2-40B4-BE49-F238E27FC236}">
                <a16:creationId xmlns:a16="http://schemas.microsoft.com/office/drawing/2014/main" id="{0728A54B-E1C0-4DD7-B6A0-DD4AFD29E9E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764110" y="8713328"/>
            <a:ext cx="860686" cy="995621"/>
          </a:xfrm>
          <a:prstGeom prst="rect">
            <a:avLst/>
          </a:prstGeom>
        </p:spPr>
      </p:pic>
      <p:sp>
        <p:nvSpPr>
          <p:cNvPr id="10" name="Espace réservé de l'en-tête 6">
            <a:extLst>
              <a:ext uri="{FF2B5EF4-FFF2-40B4-BE49-F238E27FC236}">
                <a16:creationId xmlns:a16="http://schemas.microsoft.com/office/drawing/2014/main" id="{F96DB872-3D38-4D83-BA3C-9AB3B34DCBAC}"/>
              </a:ext>
            </a:extLst>
          </p:cNvPr>
          <p:cNvSpPr txBox="1">
            <a:spLocks/>
          </p:cNvSpPr>
          <p:nvPr/>
        </p:nvSpPr>
        <p:spPr>
          <a:xfrm>
            <a:off x="292060" y="333545"/>
            <a:ext cx="4191900" cy="498056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1400" b="1" dirty="0">
                <a:latin typeface="Verdana" panose="020B0604030504040204" pitchFamily="34" charset="0"/>
                <a:ea typeface="Verdana" panose="020B0604030504040204" pitchFamily="34" charset="0"/>
              </a:rPr>
              <a:t>Séminaire du 24/11/2021</a:t>
            </a:r>
          </a:p>
        </p:txBody>
      </p:sp>
    </p:spTree>
    <p:extLst>
      <p:ext uri="{BB962C8B-B14F-4D97-AF65-F5344CB8AC3E}">
        <p14:creationId xmlns:p14="http://schemas.microsoft.com/office/powerpoint/2010/main" val="3141276275"/>
      </p:ext>
    </p:extLst>
  </p:cSld>
  <p:clrMap bg1="lt1" tx1="dk1" bg2="lt2" tx2="dk2" accent1="accent1" accent2="accent2" accent3="accent3" accent4="accent4" accent5="accent5" accent6="accent6" hlink="hlink" folHlink="folHlink"/>
  <p:hf sldNum="0" dt="0"/>
  <p:notesStyle>
    <a:lvl1pPr marL="0" algn="l" defTabSz="914400" rtl="0" eaLnBrk="1" latinLnBrk="0" hangingPunct="1">
      <a:lnSpc>
        <a:spcPct val="100000"/>
      </a:lnSpc>
      <a:spcBef>
        <a:spcPts val="600"/>
      </a:spcBef>
      <a:spcAft>
        <a:spcPts val="0"/>
      </a:spcAft>
      <a:defRPr sz="1050" kern="1200">
        <a:solidFill>
          <a:schemeClr val="tx1"/>
        </a:solidFill>
        <a:latin typeface="Verdana" panose="020B0604030504040204" pitchFamily="34" charset="0"/>
        <a:ea typeface="Verdana" panose="020B0604030504040204" pitchFamily="34" charset="0"/>
        <a:cs typeface="+mn-cs"/>
      </a:defRPr>
    </a:lvl1pPr>
    <a:lvl2pPr marL="457200" algn="l" defTabSz="914400" rtl="0" eaLnBrk="1" latinLnBrk="0" hangingPunct="1">
      <a:lnSpc>
        <a:spcPct val="100000"/>
      </a:lnSpc>
      <a:spcBef>
        <a:spcPts val="600"/>
      </a:spcBef>
      <a:spcAft>
        <a:spcPts val="0"/>
      </a:spcAft>
      <a:defRPr sz="1050" kern="1200">
        <a:solidFill>
          <a:schemeClr val="tx1"/>
        </a:solidFill>
        <a:latin typeface="Verdana" panose="020B0604030504040204" pitchFamily="34" charset="0"/>
        <a:ea typeface="Verdana" panose="020B0604030504040204" pitchFamily="34" charset="0"/>
        <a:cs typeface="+mn-cs"/>
      </a:defRPr>
    </a:lvl2pPr>
    <a:lvl3pPr marL="914400" algn="l" defTabSz="914400" rtl="0" eaLnBrk="1" latinLnBrk="0" hangingPunct="1">
      <a:lnSpc>
        <a:spcPct val="100000"/>
      </a:lnSpc>
      <a:spcBef>
        <a:spcPts val="600"/>
      </a:spcBef>
      <a:spcAft>
        <a:spcPts val="0"/>
      </a:spcAft>
      <a:defRPr sz="1050" kern="1200">
        <a:solidFill>
          <a:schemeClr val="tx1"/>
        </a:solidFill>
        <a:latin typeface="Verdana" panose="020B0604030504040204" pitchFamily="34" charset="0"/>
        <a:ea typeface="Verdana" panose="020B0604030504040204" pitchFamily="34" charset="0"/>
        <a:cs typeface="+mn-cs"/>
      </a:defRPr>
    </a:lvl3pPr>
    <a:lvl4pPr marL="1371600" algn="l" defTabSz="914400" rtl="0" eaLnBrk="1" latinLnBrk="0" hangingPunct="1">
      <a:lnSpc>
        <a:spcPct val="100000"/>
      </a:lnSpc>
      <a:spcBef>
        <a:spcPts val="600"/>
      </a:spcBef>
      <a:spcAft>
        <a:spcPts val="0"/>
      </a:spcAft>
      <a:defRPr sz="1050" kern="1200">
        <a:solidFill>
          <a:schemeClr val="tx1"/>
        </a:solidFill>
        <a:latin typeface="Verdana" panose="020B0604030504040204" pitchFamily="34" charset="0"/>
        <a:ea typeface="Verdana" panose="020B0604030504040204" pitchFamily="34" charset="0"/>
        <a:cs typeface="+mn-cs"/>
      </a:defRPr>
    </a:lvl4pPr>
    <a:lvl5pPr marL="1828800" algn="l" defTabSz="914400" rtl="0" eaLnBrk="1" latinLnBrk="0" hangingPunct="1">
      <a:lnSpc>
        <a:spcPct val="100000"/>
      </a:lnSpc>
      <a:spcBef>
        <a:spcPts val="600"/>
      </a:spcBef>
      <a:spcAft>
        <a:spcPts val="0"/>
      </a:spcAft>
      <a:defRPr sz="1050" kern="1200">
        <a:solidFill>
          <a:schemeClr val="tx1"/>
        </a:solidFill>
        <a:latin typeface="Verdana" panose="020B0604030504040204" pitchFamily="34" charset="0"/>
        <a:ea typeface="Verdana" panose="020B0604030504040204" pitchFamily="34" charset="0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7" Type="http://schemas.openxmlformats.org/officeDocument/2006/relationships/image" Target="../media/image16.jpeg"/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15.png"/><Relationship Id="rId5" Type="http://schemas.openxmlformats.org/officeDocument/2006/relationships/image" Target="../media/image14.jpeg"/><Relationship Id="rId4" Type="http://schemas.openxmlformats.org/officeDocument/2006/relationships/image" Target="../media/image13.jpeg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_titre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CAAA8EB4-3756-4C90-A99E-D9500D19440C}"/>
              </a:ext>
            </a:extLst>
          </p:cNvPr>
          <p:cNvSpPr/>
          <p:nvPr/>
        </p:nvSpPr>
        <p:spPr>
          <a:xfrm>
            <a:off x="359091" y="287132"/>
            <a:ext cx="11473816" cy="41972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fr-FR" i="1" dirty="0"/>
          </a:p>
          <a:p>
            <a:pPr algn="ctr"/>
            <a:endParaRPr lang="fr-FR" i="1" dirty="0"/>
          </a:p>
          <a:p>
            <a:pPr algn="ctr"/>
            <a:r>
              <a:rPr lang="fr-FR" i="1" dirty="0"/>
              <a:t>Insérer une photo de votre choix sur ce cadre gris, sous les zones de textes,</a:t>
            </a:r>
            <a:br>
              <a:rPr lang="fr-FR" i="1" dirty="0"/>
            </a:br>
            <a:r>
              <a:rPr lang="fr-FR" i="1" u="sng" dirty="0"/>
              <a:t>en respectant les dimensions</a:t>
            </a:r>
          </a:p>
        </p:txBody>
      </p:sp>
      <p:sp>
        <p:nvSpPr>
          <p:cNvPr id="7" name="Shape_0">
            <a:extLst>
              <a:ext uri="{FF2B5EF4-FFF2-40B4-BE49-F238E27FC236}">
                <a16:creationId xmlns:a16="http://schemas.microsoft.com/office/drawing/2014/main" id="{0B7979F6-1BC2-4E8B-A0A3-CA8E3502F784}"/>
              </a:ext>
            </a:extLst>
          </p:cNvPr>
          <p:cNvSpPr/>
          <p:nvPr/>
        </p:nvSpPr>
        <p:spPr>
          <a:xfrm>
            <a:off x="359090" y="4484382"/>
            <a:ext cx="11473817" cy="2088001"/>
          </a:xfrm>
          <a:prstGeom prst="rect">
            <a:avLst/>
          </a:prstGeom>
          <a:solidFill>
            <a:srgbClr val="878787"/>
          </a:solidFill>
          <a:ln w="0" cap="flat" cmpd="sng" algn="ctr">
            <a:solidFill>
              <a:schemeClr val="accent1">
                <a:shade val="50000"/>
                <a:alpha val="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633" dirty="0">
              <a:solidFill>
                <a:schemeClr val="bg1"/>
              </a:solidFill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CC76CD02-B679-450F-A73D-C511BB3236F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69600" y="2790000"/>
            <a:ext cx="10692000" cy="1015200"/>
          </a:xfrm>
        </p:spPr>
        <p:txBody>
          <a:bodyPr anchor="b">
            <a:normAutofit/>
          </a:bodyPr>
          <a:lstStyle>
            <a:lvl1pPr algn="l">
              <a:defRPr sz="3200">
                <a:solidFill>
                  <a:schemeClr val="bg1"/>
                </a:solidFill>
              </a:defRPr>
            </a:lvl1pPr>
          </a:lstStyle>
          <a:p>
            <a:r>
              <a:rPr lang="fr-FR" dirty="0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B97CED89-6A2F-4612-AB59-BA6AC50B1C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68546" y="3817475"/>
            <a:ext cx="9513937" cy="522611"/>
          </a:xfrm>
        </p:spPr>
        <p:txBody>
          <a:bodyPr>
            <a:normAutofit/>
          </a:bodyPr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fr-FR" dirty="0"/>
          </a:p>
        </p:txBody>
      </p:sp>
      <p:pic>
        <p:nvPicPr>
          <p:cNvPr id="9" name="Picture 5" descr="C:\Users\bosm49r\Desktop\1x\Plan de travail 1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4211" y="5528383"/>
            <a:ext cx="3435362" cy="10182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05A77175-0400-42A1-9799-09F5A89D84A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20629" y="4848596"/>
            <a:ext cx="1340971" cy="13595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5612033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re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hape_0">
            <a:extLst>
              <a:ext uri="{FF2B5EF4-FFF2-40B4-BE49-F238E27FC236}">
                <a16:creationId xmlns:a16="http://schemas.microsoft.com/office/drawing/2014/main" id="{0B7979F6-1BC2-4E8B-A0A3-CA8E3502F784}"/>
              </a:ext>
            </a:extLst>
          </p:cNvPr>
          <p:cNvSpPr/>
          <p:nvPr/>
        </p:nvSpPr>
        <p:spPr>
          <a:xfrm>
            <a:off x="359092" y="2778345"/>
            <a:ext cx="11473817" cy="3794040"/>
          </a:xfrm>
          <a:prstGeom prst="rect">
            <a:avLst/>
          </a:prstGeom>
          <a:solidFill>
            <a:srgbClr val="878787"/>
          </a:solidFill>
          <a:ln w="0" cap="flat" cmpd="sng" algn="ctr">
            <a:solidFill>
              <a:schemeClr val="accent1">
                <a:shade val="50000"/>
                <a:alpha val="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633" dirty="0">
              <a:solidFill>
                <a:schemeClr val="bg1"/>
              </a:solidFill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CC76CD02-B679-450F-A73D-C511BB3236F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69600" y="2789115"/>
            <a:ext cx="10692000" cy="1015200"/>
          </a:xfrm>
        </p:spPr>
        <p:txBody>
          <a:bodyPr anchor="b">
            <a:normAutofit/>
          </a:bodyPr>
          <a:lstStyle>
            <a:lvl1pPr algn="l">
              <a:defRPr sz="3200">
                <a:solidFill>
                  <a:schemeClr val="bg1"/>
                </a:solidFill>
              </a:defRPr>
            </a:lvl1pPr>
          </a:lstStyle>
          <a:p>
            <a:r>
              <a:rPr lang="fr-FR" dirty="0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B97CED89-6A2F-4612-AB59-BA6AC50B1C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68546" y="3818897"/>
            <a:ext cx="9513937" cy="1128600"/>
          </a:xfrm>
        </p:spPr>
        <p:txBody>
          <a:bodyPr>
            <a:normAutofit/>
          </a:bodyPr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fr-FR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1D427EE-B9CB-483A-B5CF-2F86322DAEF4}"/>
              </a:ext>
            </a:extLst>
          </p:cNvPr>
          <p:cNvSpPr/>
          <p:nvPr/>
        </p:nvSpPr>
        <p:spPr>
          <a:xfrm>
            <a:off x="359092" y="285615"/>
            <a:ext cx="11473816" cy="249273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algn="ctr"/>
            <a:r>
              <a:rPr lang="fr-FR" i="1" dirty="0"/>
              <a:t>Insérer une photo de votre choix sur ce cadre gris </a:t>
            </a:r>
            <a:r>
              <a:rPr lang="fr-FR" i="1" u="sng" dirty="0"/>
              <a:t>en respectant les dimensions</a:t>
            </a:r>
          </a:p>
          <a:p>
            <a:pPr algn="ctr"/>
            <a:r>
              <a:rPr lang="fr-FR" i="1" u="sng" dirty="0"/>
              <a:t>Hauteur</a:t>
            </a:r>
            <a:r>
              <a:rPr lang="fr-FR" i="1" u="sng" baseline="0" dirty="0"/>
              <a:t> = 6,92 cm (817 pixels)</a:t>
            </a:r>
          </a:p>
          <a:p>
            <a:pPr algn="ctr"/>
            <a:r>
              <a:rPr lang="fr-FR" i="1" u="sng" baseline="0" dirty="0"/>
              <a:t>Largeur = 31,87 cm (3764 pixels)</a:t>
            </a:r>
            <a:endParaRPr lang="fr-FR" i="1" u="sng" dirty="0"/>
          </a:p>
        </p:txBody>
      </p:sp>
      <p:pic>
        <p:nvPicPr>
          <p:cNvPr id="9" name="Picture 5" descr="C:\Users\bosm49r\Desktop\1x\Plan de travail 1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4211" y="5528383"/>
            <a:ext cx="3435362" cy="10182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D11D5F4A-48F3-4A6D-8997-CB6B8091BFF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20629" y="4848596"/>
            <a:ext cx="1340971" cy="13595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8590396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6_titre_3_sans_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hape_0">
            <a:extLst>
              <a:ext uri="{FF2B5EF4-FFF2-40B4-BE49-F238E27FC236}">
                <a16:creationId xmlns:a16="http://schemas.microsoft.com/office/drawing/2014/main" id="{0B7979F6-1BC2-4E8B-A0A3-CA8E3502F784}"/>
              </a:ext>
            </a:extLst>
          </p:cNvPr>
          <p:cNvSpPr/>
          <p:nvPr/>
        </p:nvSpPr>
        <p:spPr>
          <a:xfrm>
            <a:off x="359092" y="285615"/>
            <a:ext cx="11473817" cy="6286770"/>
          </a:xfrm>
          <a:prstGeom prst="rect">
            <a:avLst/>
          </a:prstGeom>
          <a:solidFill>
            <a:srgbClr val="878787"/>
          </a:solidFill>
          <a:ln w="0" cap="flat" cmpd="sng" algn="ctr">
            <a:solidFill>
              <a:schemeClr val="accent1">
                <a:shade val="50000"/>
                <a:alpha val="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633" dirty="0">
              <a:solidFill>
                <a:schemeClr val="bg1"/>
              </a:solidFill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CC76CD02-B679-450F-A73D-C511BB3236F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40908" y="1827900"/>
            <a:ext cx="10692000" cy="1015200"/>
          </a:xfrm>
        </p:spPr>
        <p:txBody>
          <a:bodyPr anchor="b">
            <a:normAutofit/>
          </a:bodyPr>
          <a:lstStyle>
            <a:lvl1pPr algn="l">
              <a:defRPr sz="3200">
                <a:solidFill>
                  <a:schemeClr val="bg1"/>
                </a:solidFill>
              </a:defRPr>
            </a:lvl1pPr>
          </a:lstStyle>
          <a:p>
            <a:r>
              <a:rPr lang="fr-FR" dirty="0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B97CED89-6A2F-4612-AB59-BA6AC50B1C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39854" y="2864700"/>
            <a:ext cx="9513937" cy="1128600"/>
          </a:xfrm>
        </p:spPr>
        <p:txBody>
          <a:bodyPr>
            <a:normAutofit/>
          </a:bodyPr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fr-FR" dirty="0"/>
          </a:p>
        </p:txBody>
      </p:sp>
      <p:pic>
        <p:nvPicPr>
          <p:cNvPr id="9" name="Picture 5" descr="C:\Users\bosm49r\Desktop\1x\Plan de travail 1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4211" y="5528383"/>
            <a:ext cx="3435362" cy="10182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7A545C4B-DDBA-4005-8DEB-0BDB408F562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20629" y="4848596"/>
            <a:ext cx="1340971" cy="13595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7286471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Diapo_Pla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Image 13">
            <a:extLst>
              <a:ext uri="{FF2B5EF4-FFF2-40B4-BE49-F238E27FC236}">
                <a16:creationId xmlns:a16="http://schemas.microsoft.com/office/drawing/2014/main" id="{59E05A99-E245-4256-8146-F8B249D913FC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15459" y="612826"/>
            <a:ext cx="6925656" cy="5980694"/>
          </a:xfrm>
          <a:prstGeom prst="rect">
            <a:avLst/>
          </a:prstGeom>
        </p:spPr>
      </p:pic>
      <p:sp>
        <p:nvSpPr>
          <p:cNvPr id="9" name="Shape_1">
            <a:extLst>
              <a:ext uri="{FF2B5EF4-FFF2-40B4-BE49-F238E27FC236}">
                <a16:creationId xmlns:a16="http://schemas.microsoft.com/office/drawing/2014/main" id="{31428A33-8D51-4F9E-9C20-4618F0B98261}"/>
              </a:ext>
            </a:extLst>
          </p:cNvPr>
          <p:cNvSpPr>
            <a:spLocks/>
          </p:cNvSpPr>
          <p:nvPr userDrawn="1"/>
        </p:nvSpPr>
        <p:spPr>
          <a:xfrm>
            <a:off x="388582" y="285762"/>
            <a:ext cx="11473817" cy="6286770"/>
          </a:xfrm>
          <a:prstGeom prst="rect">
            <a:avLst/>
          </a:prstGeom>
          <a:solidFill>
            <a:srgbClr val="878787">
              <a:alpha val="14902"/>
            </a:srgbClr>
          </a:solidFill>
          <a:ln w="0" cap="flat" cmpd="sng" algn="ctr">
            <a:solidFill>
              <a:schemeClr val="accent1">
                <a:shade val="50000"/>
                <a:alpha val="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633"/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DB7C0B7A-AD0B-4457-AEFF-49EF6693F16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027" y="587723"/>
            <a:ext cx="1168610" cy="989741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261D137C-D0B5-459E-8D0C-EEC8E023EE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67026" y="285467"/>
            <a:ext cx="9718590" cy="1285200"/>
          </a:xfrm>
        </p:spPr>
        <p:txBody>
          <a:bodyPr anchor="b"/>
          <a:lstStyle>
            <a:lvl1pPr marL="0" indent="0">
              <a:buFontTx/>
              <a:buNone/>
              <a:defRPr/>
            </a:lvl1pPr>
          </a:lstStyle>
          <a:p>
            <a:r>
              <a:rPr lang="fr-FR"/>
              <a:t>Modifiez le style du titre</a:t>
            </a:r>
            <a:endParaRPr lang="fr-FR" dirty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D85603A-C958-4B4F-8E07-3E92DAEFD4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B4600C-7654-4216-88CC-C8585DF21D95}" type="slidenum">
              <a:rPr lang="fr-FR" smtClean="0"/>
              <a:pPr/>
              <a:t>‹N°›</a:t>
            </a:fld>
            <a:endParaRPr lang="fr-FR" dirty="0"/>
          </a:p>
        </p:txBody>
      </p:sp>
      <p:sp>
        <p:nvSpPr>
          <p:cNvPr id="19" name="Espace réservé du contenu 2">
            <a:extLst>
              <a:ext uri="{FF2B5EF4-FFF2-40B4-BE49-F238E27FC236}">
                <a16:creationId xmlns:a16="http://schemas.microsoft.com/office/drawing/2014/main" id="{B69D397F-CF04-40A1-9B0A-1898F0ADD993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75650" y="2080830"/>
            <a:ext cx="3021707" cy="4018638"/>
          </a:xfrm>
        </p:spPr>
        <p:txBody>
          <a:bodyPr/>
          <a:lstStyle>
            <a:lvl1pPr marL="0" indent="0">
              <a:buFontTx/>
              <a:buNone/>
              <a:defRPr sz="2000" b="1">
                <a:solidFill>
                  <a:srgbClr val="E5232A"/>
                </a:solidFill>
              </a:defRPr>
            </a:lvl1pPr>
            <a:lvl2pPr marL="685800" marR="0" indent="-228600" algn="l" defTabSz="914400" rtl="0" eaLnBrk="1" fontAlgn="auto" latinLnBrk="0" hangingPunct="1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1800" b="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fr-FR" dirty="0"/>
              <a:t>Section</a:t>
            </a:r>
          </a:p>
          <a:p>
            <a:pPr lvl="1"/>
            <a:r>
              <a:rPr lang="fr-FR" dirty="0"/>
              <a:t>Sous-titre</a:t>
            </a:r>
          </a:p>
          <a:p>
            <a:pPr lvl="1"/>
            <a:r>
              <a:rPr lang="fr-FR" dirty="0"/>
              <a:t>Sous-titre</a:t>
            </a:r>
          </a:p>
          <a:p>
            <a:pPr marL="685800" marR="0" lvl="1" indent="-228600" algn="l" defTabSz="914400" rtl="0" eaLnBrk="1" fontAlgn="auto" latinLnBrk="0" hangingPunct="1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fr-FR" dirty="0"/>
              <a:t>Sous-titre</a:t>
            </a:r>
          </a:p>
          <a:p>
            <a:pPr marL="685800" marR="0" lvl="1" indent="-228600" algn="l" defTabSz="914400" rtl="0" eaLnBrk="1" fontAlgn="auto" latinLnBrk="0" hangingPunct="1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fr-FR" dirty="0"/>
              <a:t>Sous-titre</a:t>
            </a:r>
          </a:p>
          <a:p>
            <a:pPr lvl="1"/>
            <a:endParaRPr lang="fr-FR" dirty="0"/>
          </a:p>
          <a:p>
            <a:pPr lvl="1"/>
            <a:endParaRPr lang="fr-FR" dirty="0"/>
          </a:p>
          <a:p>
            <a:pPr lvl="1"/>
            <a:endParaRPr lang="fr-FR" dirty="0"/>
          </a:p>
          <a:p>
            <a:pPr lvl="1"/>
            <a:endParaRPr lang="fr-FR" dirty="0"/>
          </a:p>
          <a:p>
            <a:pPr lvl="1"/>
            <a:endParaRPr lang="fr-FR" dirty="0"/>
          </a:p>
          <a:p>
            <a:pPr lvl="1"/>
            <a:endParaRPr lang="fr-FR" dirty="0"/>
          </a:p>
        </p:txBody>
      </p:sp>
      <p:sp>
        <p:nvSpPr>
          <p:cNvPr id="22" name="Espace réservé du contenu 2">
            <a:extLst>
              <a:ext uri="{FF2B5EF4-FFF2-40B4-BE49-F238E27FC236}">
                <a16:creationId xmlns:a16="http://schemas.microsoft.com/office/drawing/2014/main" id="{B69D397F-CF04-40A1-9B0A-1898F0ADD993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4333250" y="2080830"/>
            <a:ext cx="3021707" cy="4018638"/>
          </a:xfrm>
        </p:spPr>
        <p:txBody>
          <a:bodyPr/>
          <a:lstStyle>
            <a:lvl1pPr marL="0" indent="0">
              <a:buFontTx/>
              <a:buNone/>
              <a:defRPr sz="2000" b="1">
                <a:solidFill>
                  <a:srgbClr val="E5232A"/>
                </a:solidFill>
              </a:defRPr>
            </a:lvl1pPr>
            <a:lvl2pPr marL="685800" marR="0" indent="-228600" algn="l" defTabSz="914400" rtl="0" eaLnBrk="1" fontAlgn="auto" latinLnBrk="0" hangingPunct="1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18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fr-FR" dirty="0"/>
              <a:t>Section</a:t>
            </a:r>
          </a:p>
          <a:p>
            <a:pPr lvl="1"/>
            <a:r>
              <a:rPr lang="fr-FR" dirty="0"/>
              <a:t>Sous-titre</a:t>
            </a:r>
          </a:p>
          <a:p>
            <a:pPr lvl="1"/>
            <a:r>
              <a:rPr lang="fr-FR" dirty="0"/>
              <a:t>Sous-titre</a:t>
            </a:r>
          </a:p>
          <a:p>
            <a:pPr marL="685800" marR="0" lvl="1" indent="-228600" algn="l" defTabSz="914400" rtl="0" eaLnBrk="1" fontAlgn="auto" latinLnBrk="0" hangingPunct="1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fr-FR" dirty="0"/>
              <a:t>Sous-titre</a:t>
            </a:r>
          </a:p>
          <a:p>
            <a:pPr marL="685800" marR="0" lvl="1" indent="-228600" algn="l" defTabSz="914400" rtl="0" eaLnBrk="1" fontAlgn="auto" latinLnBrk="0" hangingPunct="1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fr-FR" dirty="0"/>
              <a:t>Sous-titre</a:t>
            </a:r>
          </a:p>
          <a:p>
            <a:pPr lvl="1"/>
            <a:endParaRPr lang="fr-FR" dirty="0"/>
          </a:p>
        </p:txBody>
      </p:sp>
      <p:sp>
        <p:nvSpPr>
          <p:cNvPr id="23" name="Espace réservé du contenu 2">
            <a:extLst>
              <a:ext uri="{FF2B5EF4-FFF2-40B4-BE49-F238E27FC236}">
                <a16:creationId xmlns:a16="http://schemas.microsoft.com/office/drawing/2014/main" id="{B69D397F-CF04-40A1-9B0A-1898F0ADD993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7990850" y="2080830"/>
            <a:ext cx="3021707" cy="4018638"/>
          </a:xfrm>
        </p:spPr>
        <p:txBody>
          <a:bodyPr/>
          <a:lstStyle>
            <a:lvl1pPr marL="0" indent="0">
              <a:buFontTx/>
              <a:buNone/>
              <a:defRPr sz="2000" b="1">
                <a:solidFill>
                  <a:srgbClr val="E5232A"/>
                </a:solidFill>
              </a:defRPr>
            </a:lvl1pPr>
            <a:lvl2pPr marL="685800" marR="0" indent="-228600" algn="l" defTabSz="914400" rtl="0" eaLnBrk="1" fontAlgn="auto" latinLnBrk="0" hangingPunct="1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18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fr-FR" dirty="0"/>
              <a:t>Section</a:t>
            </a:r>
          </a:p>
          <a:p>
            <a:pPr lvl="1"/>
            <a:r>
              <a:rPr lang="fr-FR" dirty="0"/>
              <a:t>Sous-titre</a:t>
            </a:r>
          </a:p>
          <a:p>
            <a:pPr lvl="1"/>
            <a:r>
              <a:rPr lang="fr-FR" dirty="0"/>
              <a:t>Sous-titre</a:t>
            </a:r>
          </a:p>
          <a:p>
            <a:pPr marL="685800" marR="0" lvl="1" indent="-228600" algn="l" defTabSz="914400" rtl="0" eaLnBrk="1" fontAlgn="auto" latinLnBrk="0" hangingPunct="1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fr-FR" dirty="0"/>
              <a:t>Sous-titre</a:t>
            </a:r>
          </a:p>
          <a:p>
            <a:pPr marL="685800" marR="0" lvl="1" indent="-228600" algn="l" defTabSz="914400" rtl="0" eaLnBrk="1" fontAlgn="auto" latinLnBrk="0" hangingPunct="1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fr-FR" dirty="0"/>
              <a:t>Sous-titre</a:t>
            </a:r>
          </a:p>
          <a:p>
            <a:pPr lvl="1"/>
            <a:endParaRPr lang="fr-FR" dirty="0"/>
          </a:p>
        </p:txBody>
      </p:sp>
      <p:pic>
        <p:nvPicPr>
          <p:cNvPr id="12" name="Image 11">
            <a:extLst>
              <a:ext uri="{FF2B5EF4-FFF2-40B4-BE49-F238E27FC236}">
                <a16:creationId xmlns:a16="http://schemas.microsoft.com/office/drawing/2014/main" id="{1F07450F-3C0A-4346-AE55-7E216D3FE89E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20077" y="5781670"/>
            <a:ext cx="792545" cy="811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8902708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8_Diapo_Intercalai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hape_0">
            <a:extLst>
              <a:ext uri="{FF2B5EF4-FFF2-40B4-BE49-F238E27FC236}">
                <a16:creationId xmlns:a16="http://schemas.microsoft.com/office/drawing/2014/main" id="{0B7979F6-1BC2-4E8B-A0A3-CA8E3502F784}"/>
              </a:ext>
            </a:extLst>
          </p:cNvPr>
          <p:cNvSpPr/>
          <p:nvPr userDrawn="1"/>
        </p:nvSpPr>
        <p:spPr>
          <a:xfrm>
            <a:off x="359092" y="2778345"/>
            <a:ext cx="11473817" cy="3794040"/>
          </a:xfrm>
          <a:prstGeom prst="rect">
            <a:avLst/>
          </a:prstGeom>
          <a:solidFill>
            <a:srgbClr val="878787">
              <a:alpha val="60000"/>
            </a:srgbClr>
          </a:solidFill>
          <a:ln w="0" cap="flat" cmpd="sng" algn="ctr">
            <a:solidFill>
              <a:schemeClr val="accent1">
                <a:shade val="50000"/>
                <a:alpha val="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633" dirty="0">
              <a:solidFill>
                <a:schemeClr val="bg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1D427EE-B9CB-483A-B5CF-2F86322DAEF4}"/>
              </a:ext>
            </a:extLst>
          </p:cNvPr>
          <p:cNvSpPr/>
          <p:nvPr/>
        </p:nvSpPr>
        <p:spPr>
          <a:xfrm>
            <a:off x="359092" y="285615"/>
            <a:ext cx="11473816" cy="249273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i="1" dirty="0"/>
              <a:t>Insérer une photo de votre choix sur ce cadre gris </a:t>
            </a:r>
            <a:r>
              <a:rPr lang="fr-FR" i="1" u="sng" dirty="0"/>
              <a:t>en respectant les dimensions</a:t>
            </a:r>
          </a:p>
        </p:txBody>
      </p:sp>
      <p:sp>
        <p:nvSpPr>
          <p:cNvPr id="15" name="Espace réservé du numéro de diapositive 14">
            <a:extLst>
              <a:ext uri="{FF2B5EF4-FFF2-40B4-BE49-F238E27FC236}">
                <a16:creationId xmlns:a16="http://schemas.microsoft.com/office/drawing/2014/main" id="{E43BCC4F-6628-49C7-A989-0EA13169194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3B4600C-7654-4216-88CC-C8585DF21D95}" type="slidenum">
              <a:rPr lang="fr-FR" smtClean="0"/>
              <a:pPr/>
              <a:t>‹N°›</a:t>
            </a:fld>
            <a:endParaRPr lang="fr-FR" dirty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CC76CD02-B679-450F-A73D-C511BB3236F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69598" y="3065340"/>
            <a:ext cx="8370679" cy="1015200"/>
          </a:xfrm>
        </p:spPr>
        <p:txBody>
          <a:bodyPr anchor="b">
            <a:normAutofit/>
          </a:bodyPr>
          <a:lstStyle>
            <a:lvl1pPr algn="l">
              <a:defRPr sz="3200">
                <a:solidFill>
                  <a:schemeClr val="bg1"/>
                </a:solidFill>
              </a:defRPr>
            </a:lvl1pPr>
          </a:lstStyle>
          <a:p>
            <a:r>
              <a:rPr lang="fr-FR" dirty="0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B97CED89-6A2F-4612-AB59-BA6AC50B1C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68545" y="4095122"/>
            <a:ext cx="8370679" cy="1128600"/>
          </a:xfrm>
        </p:spPr>
        <p:txBody>
          <a:bodyPr>
            <a:normAutofit/>
          </a:bodyPr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982508413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_Titre_et_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61D137C-D0B5-459E-8D0C-EEC8E023EE5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 marL="571500" indent="-571500">
              <a:buFontTx/>
              <a:buBlip>
                <a:blip r:embed="rId2"/>
              </a:buBlip>
              <a:defRPr/>
            </a:lvl1pPr>
          </a:lstStyle>
          <a:p>
            <a:r>
              <a:rPr lang="fr-FR" dirty="0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69D397F-CF04-40A1-9B0A-1898F0ADD9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FR" dirty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D85603A-C958-4B4F-8E07-3E92DAEFD4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B4600C-7654-4216-88CC-C8585DF21D95}" type="slidenum">
              <a:rPr lang="fr-FR" smtClean="0"/>
              <a:pPr/>
              <a:t>‹N°›</a:t>
            </a:fld>
            <a:endParaRPr lang="fr-FR" dirty="0"/>
          </a:p>
        </p:txBody>
      </p:sp>
      <p:cxnSp>
        <p:nvCxnSpPr>
          <p:cNvPr id="8" name="Connecteur droit 7">
            <a:extLst>
              <a:ext uri="{FF2B5EF4-FFF2-40B4-BE49-F238E27FC236}">
                <a16:creationId xmlns:a16="http://schemas.microsoft.com/office/drawing/2014/main" id="{046D5FAF-6E15-414C-81A4-5493C47ED149}"/>
              </a:ext>
            </a:extLst>
          </p:cNvPr>
          <p:cNvCxnSpPr>
            <a:cxnSpLocks/>
          </p:cNvCxnSpPr>
          <p:nvPr/>
        </p:nvCxnSpPr>
        <p:spPr>
          <a:xfrm>
            <a:off x="827797" y="1116942"/>
            <a:ext cx="10285403" cy="2116"/>
          </a:xfrm>
          <a:prstGeom prst="line">
            <a:avLst/>
          </a:prstGeom>
          <a:ln w="28575">
            <a:solidFill>
              <a:srgbClr val="E5232A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9" name="Image 8">
            <a:extLst>
              <a:ext uri="{FF2B5EF4-FFF2-40B4-BE49-F238E27FC236}">
                <a16:creationId xmlns:a16="http://schemas.microsoft.com/office/drawing/2014/main" id="{40F275D3-4F2D-4A76-8C09-AF8ADE76579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20077" y="5781670"/>
            <a:ext cx="792545" cy="811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3085712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61D137C-D0B5-459E-8D0C-EEC8E023EE5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 marL="571500" indent="-571500">
              <a:buFontTx/>
              <a:buBlip>
                <a:blip r:embed="rId2"/>
              </a:buBlip>
              <a:defRPr/>
            </a:lvl1pPr>
          </a:lstStyle>
          <a:p>
            <a:r>
              <a:rPr lang="fr-FR" dirty="0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69D397F-CF04-40A1-9B0A-1898F0ADD9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2000" y="1476000"/>
            <a:ext cx="9148799" cy="442800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FR" dirty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D85603A-C958-4B4F-8E07-3E92DAEFD4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B4600C-7654-4216-88CC-C8585DF21D95}" type="slidenum">
              <a:rPr lang="fr-FR" smtClean="0"/>
              <a:pPr/>
              <a:t>‹N°›</a:t>
            </a:fld>
            <a:endParaRPr lang="fr-FR" dirty="0"/>
          </a:p>
        </p:txBody>
      </p:sp>
      <p:cxnSp>
        <p:nvCxnSpPr>
          <p:cNvPr id="9" name="Connecteur droit 8">
            <a:extLst>
              <a:ext uri="{FF2B5EF4-FFF2-40B4-BE49-F238E27FC236}">
                <a16:creationId xmlns:a16="http://schemas.microsoft.com/office/drawing/2014/main" id="{EA08483F-D378-4D94-94CC-9AEBFD5034F0}"/>
              </a:ext>
            </a:extLst>
          </p:cNvPr>
          <p:cNvCxnSpPr>
            <a:cxnSpLocks/>
          </p:cNvCxnSpPr>
          <p:nvPr/>
        </p:nvCxnSpPr>
        <p:spPr>
          <a:xfrm>
            <a:off x="827797" y="1116942"/>
            <a:ext cx="10285403" cy="2116"/>
          </a:xfrm>
          <a:prstGeom prst="line">
            <a:avLst/>
          </a:prstGeom>
          <a:ln w="28575">
            <a:solidFill>
              <a:srgbClr val="E5232A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10" name="Image 9">
            <a:extLst>
              <a:ext uri="{FF2B5EF4-FFF2-40B4-BE49-F238E27FC236}">
                <a16:creationId xmlns:a16="http://schemas.microsoft.com/office/drawing/2014/main" id="{66110F4C-E961-4F3A-AD3B-813EDC7236F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20077" y="5781670"/>
            <a:ext cx="792545" cy="811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0088954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Contenu_et_bandea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 8">
            <a:extLst>
              <a:ext uri="{FF2B5EF4-FFF2-40B4-BE49-F238E27FC236}">
                <a16:creationId xmlns:a16="http://schemas.microsoft.com/office/drawing/2014/main" id="{6B8C0B89-073F-4965-A41D-C1C64348AB2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81179" y="550803"/>
            <a:ext cx="739406" cy="626231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261D137C-D0B5-459E-8D0C-EEC8E023EE5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34500" y="1203968"/>
            <a:ext cx="8473970" cy="864000"/>
          </a:xfrm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r>
              <a:rPr lang="fr-FR" dirty="0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69D397F-CF04-40A1-9B0A-1898F0ADD9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34500" y="2095595"/>
            <a:ext cx="8188272" cy="4428000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FR" dirty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D85603A-C958-4B4F-8E07-3E92DAEFD4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B4600C-7654-4216-88CC-C8585DF21D95}" type="slidenum">
              <a:rPr lang="fr-FR" smtClean="0"/>
              <a:pPr/>
              <a:t>‹N°›</a:t>
            </a:fld>
            <a:endParaRPr lang="fr-FR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BC36510-72AD-4853-ABAE-B8CFBEBA4820}"/>
              </a:ext>
            </a:extLst>
          </p:cNvPr>
          <p:cNvSpPr/>
          <p:nvPr/>
        </p:nvSpPr>
        <p:spPr>
          <a:xfrm>
            <a:off x="296644" y="0"/>
            <a:ext cx="2956940" cy="6858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i="1" dirty="0"/>
              <a:t>Insérer une photo de votre choix sur ce cadre gris </a:t>
            </a:r>
            <a:r>
              <a:rPr lang="fr-FR" i="1" u="sng" dirty="0"/>
              <a:t>en respectant les dimensions</a:t>
            </a:r>
          </a:p>
        </p:txBody>
      </p:sp>
      <p:pic>
        <p:nvPicPr>
          <p:cNvPr id="11" name="Image 10">
            <a:extLst>
              <a:ext uri="{FF2B5EF4-FFF2-40B4-BE49-F238E27FC236}">
                <a16:creationId xmlns:a16="http://schemas.microsoft.com/office/drawing/2014/main" id="{179AF893-9001-43F3-8D77-108B3683DE9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20077" y="5781670"/>
            <a:ext cx="792545" cy="811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4755266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34_Diapo_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4EB2869B-DA9E-4EF7-BF3D-B7D0D0E858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B4600C-7654-4216-88CC-C8585DF21D95}" type="slidenum">
              <a:rPr lang="fr-FR" smtClean="0"/>
              <a:pPr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143039009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apositive de titre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>
          <a:xfrm>
            <a:off x="719403" y="2852936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6" name="Espace réservé du numéro de diapositive 5"/>
          <p:cNvSpPr txBox="1">
            <a:spLocks/>
          </p:cNvSpPr>
          <p:nvPr userDrawn="1"/>
        </p:nvSpPr>
        <p:spPr>
          <a:xfrm>
            <a:off x="9311217" y="6369051"/>
            <a:ext cx="2844800" cy="365125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algn="r" defTabSz="457200" rtl="0" fontAlgn="base">
              <a:spcBef>
                <a:spcPct val="0"/>
              </a:spcBef>
              <a:spcAft>
                <a:spcPct val="0"/>
              </a:spcAft>
              <a:defRPr sz="900" kern="12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4572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pitchFamily="-110" charset="-128"/>
                <a:cs typeface="+mn-cs"/>
              </a:defRPr>
            </a:lvl2pPr>
            <a:lvl3pPr marL="9144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pitchFamily="-110" charset="-128"/>
                <a:cs typeface="+mn-cs"/>
              </a:defRPr>
            </a:lvl3pPr>
            <a:lvl4pPr marL="13716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pitchFamily="-110" charset="-128"/>
                <a:cs typeface="+mn-cs"/>
              </a:defRPr>
            </a:lvl4pPr>
            <a:lvl5pPr marL="18288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pitchFamily="-110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pitchFamily="-110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pitchFamily="-110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pitchFamily="-110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pitchFamily="-110" charset="-128"/>
                <a:cs typeface="+mn-cs"/>
              </a:defRPr>
            </a:lvl9pPr>
          </a:lstStyle>
          <a:p>
            <a:pPr>
              <a:defRPr/>
            </a:pPr>
            <a:fld id="{CE769808-CBBB-4661-9A99-170C32AF1D99}" type="slidenum">
              <a:rPr lang="fr-FR" sz="900" smtClean="0"/>
              <a:pPr>
                <a:defRPr/>
              </a:pPr>
              <a:t>‹N°›</a:t>
            </a:fld>
            <a:endParaRPr lang="fr-FR" sz="900" dirty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0D561AF-0447-4575-BA73-0B5AECFB4941}" type="slidenum">
              <a:rPr lang="fr-FR" smtClean="0"/>
              <a:pPr>
                <a:defRPr/>
              </a:pPr>
              <a:t>‹N°›</a:t>
            </a:fld>
            <a:endParaRPr lang="fr-FR" dirty="0"/>
          </a:p>
        </p:txBody>
      </p:sp>
      <p:grpSp>
        <p:nvGrpSpPr>
          <p:cNvPr id="16" name="Groupe 15"/>
          <p:cNvGrpSpPr/>
          <p:nvPr userDrawn="1"/>
        </p:nvGrpSpPr>
        <p:grpSpPr>
          <a:xfrm>
            <a:off x="431395" y="332656"/>
            <a:ext cx="11425245" cy="6218956"/>
            <a:chOff x="323546" y="332656"/>
            <a:chExt cx="8568934" cy="6218956"/>
          </a:xfrm>
        </p:grpSpPr>
        <p:grpSp>
          <p:nvGrpSpPr>
            <p:cNvPr id="15" name="Groupe 14"/>
            <p:cNvGrpSpPr/>
            <p:nvPr userDrawn="1"/>
          </p:nvGrpSpPr>
          <p:grpSpPr>
            <a:xfrm>
              <a:off x="323546" y="332656"/>
              <a:ext cx="8568934" cy="6218944"/>
              <a:chOff x="311641" y="415456"/>
              <a:chExt cx="8568934" cy="6218944"/>
            </a:xfrm>
          </p:grpSpPr>
          <p:grpSp>
            <p:nvGrpSpPr>
              <p:cNvPr id="8" name="Groupe 8"/>
              <p:cNvGrpSpPr>
                <a:grpSpLocks/>
              </p:cNvGrpSpPr>
              <p:nvPr userDrawn="1"/>
            </p:nvGrpSpPr>
            <p:grpSpPr bwMode="auto">
              <a:xfrm>
                <a:off x="311641" y="415500"/>
                <a:ext cx="5587190" cy="6218900"/>
                <a:chOff x="1879" y="2217"/>
                <a:chExt cx="55900" cy="62189"/>
              </a:xfrm>
            </p:grpSpPr>
            <p:grpSp>
              <p:nvGrpSpPr>
                <p:cNvPr id="9" name="Groupe 7"/>
                <p:cNvGrpSpPr>
                  <a:grpSpLocks/>
                </p:cNvGrpSpPr>
                <p:nvPr/>
              </p:nvGrpSpPr>
              <p:grpSpPr bwMode="auto">
                <a:xfrm>
                  <a:off x="1879" y="2217"/>
                  <a:ext cx="55900" cy="19440"/>
                  <a:chOff x="1879" y="2217"/>
                  <a:chExt cx="55900" cy="19440"/>
                </a:xfrm>
              </p:grpSpPr>
              <p:pic>
                <p:nvPicPr>
                  <p:cNvPr id="11" name="Image 5" descr="20170403_115513"/>
                  <p:cNvPicPr>
                    <a:picLocks noChangeAspect="1"/>
                  </p:cNvPicPr>
                  <p:nvPr/>
                </p:nvPicPr>
                <p:blipFill rotWithShape="1">
                  <a:blip r:embed="rId2">
                    <a:extLst>
                      <a:ext uri="{28A0092B-C50C-407E-A947-70E740481C1C}">
                        <a14:useLocalDpi xmlns:a14="http://schemas.microsoft.com/office/drawing/2010/main"/>
                      </a:ext>
                    </a:extLst>
                  </a:blip>
                  <a:srcRect/>
                  <a:stretch/>
                </p:blipFill>
                <p:spPr bwMode="auto">
                  <a:xfrm>
                    <a:off x="1879" y="2217"/>
                    <a:ext cx="24450" cy="14400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  <p:pic>
                <p:nvPicPr>
                  <p:cNvPr id="14" name="Image 1" descr="20170606_121006"/>
                  <p:cNvPicPr>
                    <a:picLocks noChangeAspect="1"/>
                  </p:cNvPicPr>
                  <p:nvPr/>
                </p:nvPicPr>
                <p:blipFill rotWithShape="1">
                  <a:blip r:embed="rId3">
                    <a:extLst>
                      <a:ext uri="{28A0092B-C50C-407E-A947-70E740481C1C}">
                        <a14:useLocalDpi xmlns:a14="http://schemas.microsoft.com/office/drawing/2010/main"/>
                      </a:ext>
                    </a:extLst>
                  </a:blip>
                  <a:srcRect/>
                  <a:stretch/>
                </p:blipFill>
                <p:spPr bwMode="auto">
                  <a:xfrm>
                    <a:off x="33331" y="7257"/>
                    <a:ext cx="24448" cy="14400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</p:grpSp>
            <p:pic>
              <p:nvPicPr>
                <p:cNvPr id="1035" name="Picture 11" descr="20170421_152410"/>
                <p:cNvPicPr>
                  <a:picLocks noChangeAspect="1"/>
                </p:cNvPicPr>
                <p:nvPr/>
              </p:nvPicPr>
              <p:blipFill rotWithShape="1">
                <a:blip r:embed="rId4"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rcRect/>
                <a:stretch/>
              </p:blipFill>
              <p:spPr bwMode="auto">
                <a:xfrm>
                  <a:off x="1879" y="49972"/>
                  <a:ext cx="24414" cy="14434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</p:grpSp>
          <p:pic>
            <p:nvPicPr>
              <p:cNvPr id="5132" name="Picture 12"/>
              <p:cNvPicPr>
                <a:picLocks noChangeAspect="1" noChangeArrowheads="1"/>
              </p:cNvPicPr>
              <p:nvPr userDrawn="1"/>
            </p:nvPicPr>
            <p:blipFill rotWithShape="1">
              <a:blip r:embed="rId5" cstate="print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/>
            </p:blipFill>
            <p:spPr bwMode="auto">
              <a:xfrm>
                <a:off x="6442143" y="415456"/>
                <a:ext cx="2438432" cy="14400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5131" name="Picture 11"/>
              <p:cNvPicPr>
                <a:picLocks noChangeAspect="1" noChangeArrowheads="1"/>
              </p:cNvPicPr>
              <p:nvPr userDrawn="1"/>
            </p:nvPicPr>
            <p:blipFill rotWithShape="1">
              <a:blip r:embed="rId6" cstate="print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/>
            </p:blipFill>
            <p:spPr bwMode="auto">
              <a:xfrm>
                <a:off x="3455215" y="4879952"/>
                <a:ext cx="2444671" cy="14400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pic>
          <p:nvPicPr>
            <p:cNvPr id="5133" name="Picture 13"/>
            <p:cNvPicPr>
              <a:picLocks noChangeAspect="1" noChangeArrowheads="1"/>
            </p:cNvPicPr>
            <p:nvPr userDrawn="1"/>
          </p:nvPicPr>
          <p:blipFill rotWithShape="1">
            <a:blip r:embed="rId7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 bwMode="auto">
            <a:xfrm>
              <a:off x="6451619" y="5111612"/>
              <a:ext cx="2440173" cy="1440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37600206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711200" y="533400"/>
            <a:ext cx="9168000" cy="648000"/>
          </a:xfrm>
          <a:prstGeom prst="rect">
            <a:avLst/>
          </a:prstGeom>
        </p:spPr>
        <p:txBody>
          <a:bodyPr>
            <a:normAutofit/>
          </a:bodyPr>
          <a:lstStyle>
            <a:lvl1pPr algn="l">
              <a:defRPr sz="3200"/>
            </a:lvl1pPr>
          </a:lstStyle>
          <a:p>
            <a:r>
              <a:rPr lang="fr-FR"/>
              <a:t>Modifiez le style du titre</a:t>
            </a:r>
            <a:endParaRPr lang="fr-FR" dirty="0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711200" y="1676400"/>
            <a:ext cx="10871200" cy="43434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Modifiez le style des sous-titres du masque</a:t>
            </a:r>
            <a:endParaRPr lang="fr-FR" dirty="0"/>
          </a:p>
        </p:txBody>
      </p:sp>
      <p:sp>
        <p:nvSpPr>
          <p:cNvPr id="4" name="Espace réservé du numéro de diapositive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E769808-CBBB-4661-9A99-170C32AF1D99}" type="slidenum">
              <a:rPr lang="fr-FR"/>
              <a:pPr>
                <a:defRPr/>
              </a:pPr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98843128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711200" y="1600201"/>
            <a:ext cx="10871200" cy="44196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spcAft>
                <a:spcPts val="600"/>
              </a:spcAft>
              <a:buClr>
                <a:schemeClr val="accent2"/>
              </a:buClr>
              <a:defRPr sz="2000">
                <a:solidFill>
                  <a:schemeClr val="tx1"/>
                </a:solidFill>
              </a:defRPr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6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FR" dirty="0"/>
          </a:p>
        </p:txBody>
      </p:sp>
      <p:sp>
        <p:nvSpPr>
          <p:cNvPr id="7" name="Titre 1"/>
          <p:cNvSpPr>
            <a:spLocks noGrp="1"/>
          </p:cNvSpPr>
          <p:nvPr>
            <p:ph type="ctrTitle"/>
          </p:nvPr>
        </p:nvSpPr>
        <p:spPr>
          <a:xfrm>
            <a:off x="711200" y="533400"/>
            <a:ext cx="9168000" cy="648000"/>
          </a:xfrm>
          <a:prstGeom prst="rect">
            <a:avLst/>
          </a:prstGeom>
        </p:spPr>
        <p:txBody>
          <a:bodyPr>
            <a:normAutofit/>
          </a:bodyPr>
          <a:lstStyle>
            <a:lvl1pPr algn="l">
              <a:defRPr sz="3200"/>
            </a:lvl1pPr>
          </a:lstStyle>
          <a:p>
            <a:r>
              <a:rPr lang="fr-FR"/>
              <a:t>Modifiez le style du titre</a:t>
            </a:r>
            <a:endParaRPr lang="fr-FR" dirty="0"/>
          </a:p>
        </p:txBody>
      </p:sp>
      <p:sp>
        <p:nvSpPr>
          <p:cNvPr id="4" name="Espace réservé du numéro de diapositive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E6CE86-C35C-4762-A322-5FD0569E5528}" type="slidenum">
              <a:rPr lang="fr-FR"/>
              <a:pPr>
                <a:defRPr/>
              </a:pPr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85741880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  <a:prstGeom prst="rect">
            <a:avLst/>
          </a:prstGeom>
        </p:spPr>
        <p:txBody>
          <a:bodyPr/>
          <a:lstStyle>
            <a:lvl1pPr>
              <a:spcAft>
                <a:spcPts val="600"/>
              </a:spcAft>
              <a:defRPr sz="2200"/>
            </a:lvl1pPr>
            <a:lvl2pPr>
              <a:spcAft>
                <a:spcPts val="600"/>
              </a:spcAft>
              <a:defRPr sz="2000"/>
            </a:lvl2pPr>
            <a:lvl3pPr>
              <a:spcAft>
                <a:spcPts val="600"/>
              </a:spcAft>
              <a:defRPr sz="16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FR" dirty="0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  <a:prstGeom prst="rect">
            <a:avLst/>
          </a:prstGeom>
        </p:spPr>
        <p:txBody>
          <a:bodyPr/>
          <a:lstStyle>
            <a:lvl1pPr>
              <a:spcAft>
                <a:spcPts val="600"/>
              </a:spcAft>
              <a:defRPr sz="2200"/>
            </a:lvl1pPr>
            <a:lvl2pPr>
              <a:spcAft>
                <a:spcPts val="600"/>
              </a:spcAft>
              <a:defRPr sz="2000"/>
            </a:lvl2pPr>
            <a:lvl3pPr>
              <a:spcAft>
                <a:spcPts val="600"/>
              </a:spcAft>
              <a:defRPr sz="16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FR" dirty="0"/>
          </a:p>
        </p:txBody>
      </p:sp>
      <p:sp>
        <p:nvSpPr>
          <p:cNvPr id="8" name="Titre 1"/>
          <p:cNvSpPr>
            <a:spLocks noGrp="1"/>
          </p:cNvSpPr>
          <p:nvPr>
            <p:ph type="ctrTitle"/>
          </p:nvPr>
        </p:nvSpPr>
        <p:spPr>
          <a:xfrm>
            <a:off x="711200" y="533400"/>
            <a:ext cx="9168000" cy="648000"/>
          </a:xfrm>
          <a:prstGeom prst="rect">
            <a:avLst/>
          </a:prstGeom>
        </p:spPr>
        <p:txBody>
          <a:bodyPr>
            <a:normAutofit/>
          </a:bodyPr>
          <a:lstStyle>
            <a:lvl1pPr algn="l">
              <a:defRPr sz="3200"/>
            </a:lvl1pPr>
          </a:lstStyle>
          <a:p>
            <a:r>
              <a:rPr lang="fr-FR"/>
              <a:t>Modifiez le style du titre</a:t>
            </a:r>
            <a:endParaRPr lang="fr-FR" dirty="0"/>
          </a:p>
        </p:txBody>
      </p:sp>
      <p:sp>
        <p:nvSpPr>
          <p:cNvPr id="5" name="Espace réservé du numéro de diapositive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E706F0A-EA1F-4F4A-9181-B329F66FCC77}" type="slidenum">
              <a:rPr lang="fr-FR"/>
              <a:pPr>
                <a:defRPr/>
              </a:pPr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015935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7" Type="http://schemas.openxmlformats.org/officeDocument/2006/relationships/image" Target="../media/image10.png"/><Relationship Id="rId2" Type="http://schemas.openxmlformats.org/officeDocument/2006/relationships/slideLayout" Target="../slideLayouts/slideLayout11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9.png"/><Relationship Id="rId5" Type="http://schemas.openxmlformats.org/officeDocument/2006/relationships/theme" Target="../theme/theme2.xml"/><Relationship Id="rId4" Type="http://schemas.openxmlformats.org/officeDocument/2006/relationships/slideLayout" Target="../slideLayouts/slideLayout1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CCD10C80-0988-428F-99E3-818F56D5A4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200" y="365125"/>
            <a:ext cx="10980000" cy="86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dirty="0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CAFEC568-9D09-4BC2-9499-3FDB800BFE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62000" y="1476000"/>
            <a:ext cx="10051200" cy="4428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527CFBE-B75C-4B54-A16A-BC81511EFE8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3246437"/>
            <a:ext cx="838200" cy="365125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1"/>
                </a:solidFill>
              </a:defRPr>
            </a:lvl1pPr>
          </a:lstStyle>
          <a:p>
            <a:fld id="{03B4600C-7654-4216-88CC-C8585DF21D95}" type="slidenum">
              <a:rPr lang="fr-FR" smtClean="0"/>
              <a:pPr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2972314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1" r:id="rId1"/>
    <p:sldLayoutId id="2147483777" r:id="rId2"/>
    <p:sldLayoutId id="2147483782" r:id="rId3"/>
    <p:sldLayoutId id="2147483783" r:id="rId4"/>
    <p:sldLayoutId id="2147483784" r:id="rId5"/>
    <p:sldLayoutId id="2147483778" r:id="rId6"/>
    <p:sldLayoutId id="2147483779" r:id="rId7"/>
    <p:sldLayoutId id="2147483780" r:id="rId8"/>
    <p:sldLayoutId id="2147483810" r:id="rId9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4000"/>
        </a:lnSpc>
        <a:spcBef>
          <a:spcPts val="1000"/>
        </a:spcBef>
        <a:buFont typeface="Wingdings" panose="05000000000000000000" pitchFamily="2" charset="2"/>
        <a:buChar char="§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4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4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4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4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2432" userDrawn="1">
          <p15:clr>
            <a:srgbClr val="F26B43"/>
          </p15:clr>
        </p15:guide>
        <p15:guide id="4" pos="302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074" name="Connecteur droit 2"/>
          <p:cNvCxnSpPr>
            <a:cxnSpLocks noChangeShapeType="1"/>
          </p:cNvCxnSpPr>
          <p:nvPr/>
        </p:nvCxnSpPr>
        <p:spPr bwMode="auto">
          <a:xfrm>
            <a:off x="812800" y="1219200"/>
            <a:ext cx="9042400" cy="1588"/>
          </a:xfrm>
          <a:prstGeom prst="line">
            <a:avLst/>
          </a:prstGeom>
          <a:noFill/>
          <a:ln w="22225">
            <a:solidFill>
              <a:schemeClr val="accent2"/>
            </a:solidFill>
            <a:round/>
            <a:headEnd/>
            <a:tailEnd/>
          </a:ln>
          <a:effectLst>
            <a:outerShdw rotWithShape="0">
              <a:schemeClr val="bg1">
                <a:alpha val="37999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pic>
        <p:nvPicPr>
          <p:cNvPr id="3075" name="Image 4" descr="Page courante boomerang.pdf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223500" y="4763"/>
            <a:ext cx="2353733" cy="1282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6" name="Image 5" descr="Page titre pied Végétal.pdf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874059" y="6283325"/>
            <a:ext cx="9351808" cy="595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7" name="ZoneTexte 6"/>
          <p:cNvSpPr txBox="1">
            <a:spLocks noChangeArrowheads="1"/>
          </p:cNvSpPr>
          <p:nvPr/>
        </p:nvSpPr>
        <p:spPr bwMode="auto">
          <a:xfrm>
            <a:off x="5080000" y="6457951"/>
            <a:ext cx="6908800" cy="246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10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10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10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10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10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10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10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10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10" charset="-128"/>
              </a:defRPr>
            </a:lvl9pPr>
          </a:lstStyle>
          <a:p>
            <a:pPr algn="r" eaLnBrk="1" hangingPunct="1">
              <a:spcAft>
                <a:spcPts val="0"/>
              </a:spcAft>
              <a:defRPr/>
            </a:pPr>
            <a:r>
              <a:rPr lang="fr-FR" altLang="fr-FR" sz="500" dirty="0">
                <a:solidFill>
                  <a:schemeClr val="bg1"/>
                </a:solidFill>
                <a:latin typeface="Verdana" pitchFamily="-110" charset="0"/>
              </a:rPr>
              <a:t>Ce document est la propriété exclusive de la Chambre d’agriculture Pays de la Loire.</a:t>
            </a:r>
          </a:p>
          <a:p>
            <a:pPr algn="r" eaLnBrk="1" hangingPunct="1">
              <a:spcAft>
                <a:spcPts val="0"/>
              </a:spcAft>
              <a:defRPr/>
            </a:pPr>
            <a:r>
              <a:rPr lang="fr-FR" altLang="fr-FR" sz="500" dirty="0">
                <a:solidFill>
                  <a:schemeClr val="bg1"/>
                </a:solidFill>
                <a:latin typeface="Verdana" pitchFamily="-110" charset="0"/>
              </a:rPr>
              <a:t>Reproduction et communication à un tiers après autorisation de la Chambre d’agriculture Pays de la Loire.</a:t>
            </a: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9108017" y="6216651"/>
            <a:ext cx="2844800" cy="365125"/>
          </a:xfrm>
          <a:prstGeom prst="rect">
            <a:avLst/>
          </a:prstGeom>
        </p:spPr>
        <p:txBody>
          <a:bodyPr/>
          <a:lstStyle>
            <a:lvl1pPr algn="r">
              <a:defRPr sz="9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>
              <a:defRPr/>
            </a:pPr>
            <a:fld id="{60D561AF-0447-4575-BA73-0B5AECFB4941}" type="slidenum">
              <a:rPr lang="fr-FR"/>
              <a:pPr>
                <a:defRPr/>
              </a:pPr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0717472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3" r:id="rId1"/>
    <p:sldLayoutId id="2147483814" r:id="rId2"/>
    <p:sldLayoutId id="2147483815" r:id="rId3"/>
    <p:sldLayoutId id="2147483816" r:id="rId4"/>
  </p:sldLayoutIdLst>
  <p:hf hdr="0" ftr="0" dt="0"/>
  <p:txStyles>
    <p:titleStyle>
      <a:lvl1pPr algn="ctr" defTabSz="457200" rtl="0" eaLnBrk="1" fontAlgn="base" hangingPunct="1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ＭＳ Ｐゴシック" pitchFamily="-110" charset="-128"/>
          <a:cs typeface="ＭＳ Ｐゴシック" pitchFamily="-110" charset="-128"/>
        </a:defRPr>
      </a:lvl1pPr>
      <a:lvl2pPr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Verdana" pitchFamily="-110" charset="0"/>
          <a:ea typeface="ＭＳ Ｐゴシック" pitchFamily="-110" charset="-128"/>
          <a:cs typeface="ＭＳ Ｐゴシック" pitchFamily="-110" charset="-128"/>
        </a:defRPr>
      </a:lvl2pPr>
      <a:lvl3pPr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Verdana" pitchFamily="-110" charset="0"/>
          <a:ea typeface="ＭＳ Ｐゴシック" pitchFamily="-110" charset="-128"/>
          <a:cs typeface="ＭＳ Ｐゴシック" pitchFamily="-110" charset="-128"/>
        </a:defRPr>
      </a:lvl3pPr>
      <a:lvl4pPr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Verdana" pitchFamily="-110" charset="0"/>
          <a:ea typeface="ＭＳ Ｐゴシック" pitchFamily="-110" charset="-128"/>
          <a:cs typeface="ＭＳ Ｐゴシック" pitchFamily="-110" charset="-128"/>
        </a:defRPr>
      </a:lvl4pPr>
      <a:lvl5pPr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Verdana" pitchFamily="-110" charset="0"/>
          <a:ea typeface="ＭＳ Ｐゴシック" pitchFamily="-110" charset="-128"/>
          <a:cs typeface="ＭＳ Ｐゴシック" pitchFamily="-110" charset="-128"/>
        </a:defRPr>
      </a:lvl5pPr>
      <a:lvl6pPr marL="457200"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Verdana" pitchFamily="-110" charset="0"/>
          <a:ea typeface="ＭＳ Ｐゴシック" pitchFamily="-110" charset="-128"/>
          <a:cs typeface="ＭＳ Ｐゴシック" pitchFamily="-110" charset="-128"/>
        </a:defRPr>
      </a:lvl6pPr>
      <a:lvl7pPr marL="914400"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Verdana" pitchFamily="-110" charset="0"/>
          <a:ea typeface="ＭＳ Ｐゴシック" pitchFamily="-110" charset="-128"/>
          <a:cs typeface="ＭＳ Ｐゴシック" pitchFamily="-110" charset="-128"/>
        </a:defRPr>
      </a:lvl7pPr>
      <a:lvl8pPr marL="1371600"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Verdana" pitchFamily="-110" charset="0"/>
          <a:ea typeface="ＭＳ Ｐゴシック" pitchFamily="-110" charset="-128"/>
          <a:cs typeface="ＭＳ Ｐゴシック" pitchFamily="-110" charset="-128"/>
        </a:defRPr>
      </a:lvl8pPr>
      <a:lvl9pPr marL="1828800"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Verdana" pitchFamily="-110" charset="0"/>
          <a:ea typeface="ＭＳ Ｐゴシック" pitchFamily="-110" charset="-128"/>
          <a:cs typeface="ＭＳ Ｐゴシック" pitchFamily="-110" charset="-128"/>
        </a:defRPr>
      </a:lvl9pPr>
    </p:titleStyle>
    <p:bodyStyle>
      <a:lvl1pPr marL="342900" indent="-3429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ＭＳ Ｐゴシック" pitchFamily="-110" charset="-128"/>
          <a:cs typeface="ＭＳ Ｐゴシック" pitchFamily="-110" charset="-128"/>
        </a:defRPr>
      </a:lvl1pPr>
      <a:lvl2pPr marL="742950" indent="-28575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ＭＳ Ｐゴシック" pitchFamily="-110" charset="-128"/>
          <a:cs typeface="+mn-cs"/>
        </a:defRPr>
      </a:lvl2pPr>
      <a:lvl3pPr marL="11430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ＭＳ Ｐゴシック" pitchFamily="-110" charset="-128"/>
          <a:cs typeface="+mn-cs"/>
        </a:defRPr>
      </a:lvl3pPr>
      <a:lvl4pPr marL="16002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ＭＳ Ｐゴシック" pitchFamily="-110" charset="-128"/>
          <a:cs typeface="+mn-cs"/>
        </a:defRPr>
      </a:lvl4pPr>
      <a:lvl5pPr marL="20574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ＭＳ Ｐゴシック" pitchFamily="-110" charset="-128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re 5">
            <a:extLst>
              <a:ext uri="{FF2B5EF4-FFF2-40B4-BE49-F238E27FC236}">
                <a16:creationId xmlns:a16="http://schemas.microsoft.com/office/drawing/2014/main" id="{F7C30C50-308E-4A6E-B91F-AE699058EA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200" y="263976"/>
            <a:ext cx="10980000" cy="864000"/>
          </a:xfrm>
        </p:spPr>
        <p:txBody>
          <a:bodyPr>
            <a:normAutofit fontScale="90000"/>
          </a:bodyPr>
          <a:lstStyle/>
          <a:p>
            <a:r>
              <a:rPr lang="fr-FR" cap="small" dirty="0"/>
              <a:t>Rappel : la démarche de transition en Pays de la Loire</a:t>
            </a:r>
          </a:p>
        </p:txBody>
      </p:sp>
      <p:sp>
        <p:nvSpPr>
          <p:cNvPr id="7" name="Espace réservé du contenu 6">
            <a:extLst>
              <a:ext uri="{FF2B5EF4-FFF2-40B4-BE49-F238E27FC236}">
                <a16:creationId xmlns:a16="http://schemas.microsoft.com/office/drawing/2014/main" id="{05061133-AB09-40A9-A766-320F5A430A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7650" y="2411932"/>
            <a:ext cx="10370761" cy="3873338"/>
          </a:xfrm>
        </p:spPr>
        <p:txBody>
          <a:bodyPr>
            <a:normAutofit fontScale="85000" lnSpcReduction="10000"/>
          </a:bodyPr>
          <a:lstStyle/>
          <a:p>
            <a:pPr marL="0" indent="0" algn="just">
              <a:buNone/>
            </a:pPr>
            <a:r>
              <a:rPr lang="fr-FR" sz="2400" dirty="0"/>
              <a:t>L’agriculture est confrontée à de multiples défis : changement climatique, crise énergétique, crise sanitaire, enjeux environnementaux… </a:t>
            </a:r>
          </a:p>
          <a:p>
            <a:pPr marL="0" indent="0" algn="just">
              <a:buNone/>
            </a:pPr>
            <a:r>
              <a:rPr lang="fr-FR" sz="2400" dirty="0"/>
              <a:t>L’objectif de la région Pays de la Loire, dans le cadre du nouveau programme FEADER 2023-2027, est </a:t>
            </a:r>
            <a:r>
              <a:rPr lang="fr-FR" sz="2400" b="1" dirty="0"/>
              <a:t>d’accompagner le plus grand nombre d'agriculteurs dans une démarche de réflexion sur le fonctionnement de leur exploitation pour les encourager à engager leur transition.</a:t>
            </a:r>
          </a:p>
          <a:p>
            <a:pPr algn="just"/>
            <a:endParaRPr lang="fr-FR" sz="2400" b="1" dirty="0"/>
          </a:p>
          <a:p>
            <a:pPr marL="0" indent="0" algn="just">
              <a:buNone/>
              <a:defRPr/>
            </a:pPr>
            <a:r>
              <a:rPr lang="fr-FR" sz="2400" b="1" dirty="0"/>
              <a:t>Public</a:t>
            </a:r>
          </a:p>
          <a:p>
            <a:pPr algn="just">
              <a:defRPr/>
            </a:pPr>
            <a:r>
              <a:rPr lang="fr-FR" sz="2400" dirty="0"/>
              <a:t>Bénéficiaires des aides des dispositifs PCAE animal et végétal, transformation à la ferme, dotation jeunes agriculteurs.</a:t>
            </a:r>
          </a:p>
          <a:p>
            <a:endParaRPr lang="fr-FR" altLang="fr-FR" sz="2400" dirty="0"/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2B27A07F-82B9-4C45-AA32-6B32154544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E8F7F0-C5B7-4E9B-9302-0DABCAE046B6}" type="slidenum">
              <a:rPr lang="fr-FR" smtClean="0"/>
              <a:t>0</a:t>
            </a:fld>
            <a:endParaRPr lang="fr-FR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4481822C-FFA2-2071-3803-C0C3214C8038}"/>
              </a:ext>
            </a:extLst>
          </p:cNvPr>
          <p:cNvSpPr txBox="1"/>
          <p:nvPr/>
        </p:nvSpPr>
        <p:spPr>
          <a:xfrm>
            <a:off x="297681" y="6572533"/>
            <a:ext cx="429608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1200" dirty="0"/>
              <a:t>CAPDL – SC85 – 12/10/2023</a:t>
            </a:r>
          </a:p>
        </p:txBody>
      </p:sp>
      <p:grpSp>
        <p:nvGrpSpPr>
          <p:cNvPr id="32" name="Groupe 31">
            <a:extLst>
              <a:ext uri="{FF2B5EF4-FFF2-40B4-BE49-F238E27FC236}">
                <a16:creationId xmlns:a16="http://schemas.microsoft.com/office/drawing/2014/main" id="{D4350F46-F898-E1E8-3D95-A8D3062A00A9}"/>
              </a:ext>
            </a:extLst>
          </p:cNvPr>
          <p:cNvGrpSpPr/>
          <p:nvPr/>
        </p:nvGrpSpPr>
        <p:grpSpPr>
          <a:xfrm>
            <a:off x="2816179" y="1654090"/>
            <a:ext cx="4987293" cy="653243"/>
            <a:chOff x="2327907" y="4866288"/>
            <a:chExt cx="4987293" cy="653243"/>
          </a:xfrm>
        </p:grpSpPr>
        <p:sp>
          <p:nvSpPr>
            <p:cNvPr id="26" name="ZoneTexte 25">
              <a:extLst>
                <a:ext uri="{FF2B5EF4-FFF2-40B4-BE49-F238E27FC236}">
                  <a16:creationId xmlns:a16="http://schemas.microsoft.com/office/drawing/2014/main" id="{D9181C96-5283-B4D3-5B46-14F777B52431}"/>
                </a:ext>
              </a:extLst>
            </p:cNvPr>
            <p:cNvSpPr txBox="1"/>
            <p:nvPr/>
          </p:nvSpPr>
          <p:spPr>
            <a:xfrm>
              <a:off x="3151572" y="4951209"/>
              <a:ext cx="4163628" cy="408623"/>
            </a:xfrm>
            <a:prstGeom prst="roundRect">
              <a:avLst/>
            </a:prstGeom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fr-FR" dirty="0">
                  <a:solidFill>
                    <a:schemeClr val="bg1"/>
                  </a:solidFill>
                </a:rPr>
                <a:t>A partir du 1</a:t>
              </a:r>
              <a:r>
                <a:rPr lang="fr-FR" baseline="30000" dirty="0">
                  <a:solidFill>
                    <a:schemeClr val="bg1"/>
                  </a:solidFill>
                </a:rPr>
                <a:t>er</a:t>
              </a:r>
              <a:r>
                <a:rPr lang="fr-FR" dirty="0">
                  <a:solidFill>
                    <a:schemeClr val="bg1"/>
                  </a:solidFill>
                </a:rPr>
                <a:t> janvier 2024</a:t>
              </a:r>
            </a:p>
          </p:txBody>
        </p:sp>
        <p:grpSp>
          <p:nvGrpSpPr>
            <p:cNvPr id="27" name="Groupe 26">
              <a:extLst>
                <a:ext uri="{FF2B5EF4-FFF2-40B4-BE49-F238E27FC236}">
                  <a16:creationId xmlns:a16="http://schemas.microsoft.com/office/drawing/2014/main" id="{47114340-843C-96C5-1902-DC321035D596}"/>
                </a:ext>
              </a:extLst>
            </p:cNvPr>
            <p:cNvGrpSpPr/>
            <p:nvPr/>
          </p:nvGrpSpPr>
          <p:grpSpPr>
            <a:xfrm>
              <a:off x="2327907" y="4866288"/>
              <a:ext cx="650934" cy="653243"/>
              <a:chOff x="6732240" y="5589240"/>
              <a:chExt cx="734689" cy="737295"/>
            </a:xfrm>
            <a:solidFill>
              <a:srgbClr val="E5232A"/>
            </a:solidFill>
          </p:grpSpPr>
          <p:grpSp>
            <p:nvGrpSpPr>
              <p:cNvPr id="28" name="Groupe 27">
                <a:extLst>
                  <a:ext uri="{FF2B5EF4-FFF2-40B4-BE49-F238E27FC236}">
                    <a16:creationId xmlns:a16="http://schemas.microsoft.com/office/drawing/2014/main" id="{CA9E6AE6-5A58-E46F-B0F0-2DC7A04D6283}"/>
                  </a:ext>
                </a:extLst>
              </p:cNvPr>
              <p:cNvGrpSpPr/>
              <p:nvPr/>
            </p:nvGrpSpPr>
            <p:grpSpPr>
              <a:xfrm>
                <a:off x="6848995" y="5707298"/>
                <a:ext cx="501178" cy="501178"/>
                <a:chOff x="6015038" y="3933825"/>
                <a:chExt cx="712788" cy="712788"/>
              </a:xfrm>
              <a:grpFill/>
            </p:grpSpPr>
            <p:sp>
              <p:nvSpPr>
                <p:cNvPr id="30" name="Freeform 44">
                  <a:extLst>
                    <a:ext uri="{FF2B5EF4-FFF2-40B4-BE49-F238E27FC236}">
                      <a16:creationId xmlns:a16="http://schemas.microsoft.com/office/drawing/2014/main" id="{B73443C8-56E2-4800-40E4-B3605803BB3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356350" y="4273550"/>
                  <a:ext cx="28575" cy="30163"/>
                </a:xfrm>
                <a:custGeom>
                  <a:avLst/>
                  <a:gdLst>
                    <a:gd name="T0" fmla="*/ 38 w 75"/>
                    <a:gd name="T1" fmla="*/ 0 h 74"/>
                    <a:gd name="T2" fmla="*/ 38 w 75"/>
                    <a:gd name="T3" fmla="*/ 0 h 74"/>
                    <a:gd name="T4" fmla="*/ 31 w 75"/>
                    <a:gd name="T5" fmla="*/ 1 h 74"/>
                    <a:gd name="T6" fmla="*/ 23 w 75"/>
                    <a:gd name="T7" fmla="*/ 3 h 74"/>
                    <a:gd name="T8" fmla="*/ 17 w 75"/>
                    <a:gd name="T9" fmla="*/ 6 h 74"/>
                    <a:gd name="T10" fmla="*/ 11 w 75"/>
                    <a:gd name="T11" fmla="*/ 11 h 74"/>
                    <a:gd name="T12" fmla="*/ 7 w 75"/>
                    <a:gd name="T13" fmla="*/ 17 h 74"/>
                    <a:gd name="T14" fmla="*/ 4 w 75"/>
                    <a:gd name="T15" fmla="*/ 23 h 74"/>
                    <a:gd name="T16" fmla="*/ 1 w 75"/>
                    <a:gd name="T17" fmla="*/ 29 h 74"/>
                    <a:gd name="T18" fmla="*/ 0 w 75"/>
                    <a:gd name="T19" fmla="*/ 38 h 74"/>
                    <a:gd name="T20" fmla="*/ 0 w 75"/>
                    <a:gd name="T21" fmla="*/ 38 h 74"/>
                    <a:gd name="T22" fmla="*/ 1 w 75"/>
                    <a:gd name="T23" fmla="*/ 45 h 74"/>
                    <a:gd name="T24" fmla="*/ 4 w 75"/>
                    <a:gd name="T25" fmla="*/ 51 h 74"/>
                    <a:gd name="T26" fmla="*/ 7 w 75"/>
                    <a:gd name="T27" fmla="*/ 58 h 74"/>
                    <a:gd name="T28" fmla="*/ 11 w 75"/>
                    <a:gd name="T29" fmla="*/ 63 h 74"/>
                    <a:gd name="T30" fmla="*/ 17 w 75"/>
                    <a:gd name="T31" fmla="*/ 68 h 74"/>
                    <a:gd name="T32" fmla="*/ 23 w 75"/>
                    <a:gd name="T33" fmla="*/ 72 h 74"/>
                    <a:gd name="T34" fmla="*/ 31 w 75"/>
                    <a:gd name="T35" fmla="*/ 73 h 74"/>
                    <a:gd name="T36" fmla="*/ 38 w 75"/>
                    <a:gd name="T37" fmla="*/ 74 h 74"/>
                    <a:gd name="T38" fmla="*/ 38 w 75"/>
                    <a:gd name="T39" fmla="*/ 74 h 74"/>
                    <a:gd name="T40" fmla="*/ 45 w 75"/>
                    <a:gd name="T41" fmla="*/ 73 h 74"/>
                    <a:gd name="T42" fmla="*/ 53 w 75"/>
                    <a:gd name="T43" fmla="*/ 72 h 74"/>
                    <a:gd name="T44" fmla="*/ 59 w 75"/>
                    <a:gd name="T45" fmla="*/ 68 h 74"/>
                    <a:gd name="T46" fmla="*/ 64 w 75"/>
                    <a:gd name="T47" fmla="*/ 63 h 74"/>
                    <a:gd name="T48" fmla="*/ 69 w 75"/>
                    <a:gd name="T49" fmla="*/ 58 h 74"/>
                    <a:gd name="T50" fmla="*/ 72 w 75"/>
                    <a:gd name="T51" fmla="*/ 51 h 74"/>
                    <a:gd name="T52" fmla="*/ 75 w 75"/>
                    <a:gd name="T53" fmla="*/ 45 h 74"/>
                    <a:gd name="T54" fmla="*/ 75 w 75"/>
                    <a:gd name="T55" fmla="*/ 38 h 74"/>
                    <a:gd name="T56" fmla="*/ 75 w 75"/>
                    <a:gd name="T57" fmla="*/ 38 h 74"/>
                    <a:gd name="T58" fmla="*/ 75 w 75"/>
                    <a:gd name="T59" fmla="*/ 29 h 74"/>
                    <a:gd name="T60" fmla="*/ 72 w 75"/>
                    <a:gd name="T61" fmla="*/ 23 h 74"/>
                    <a:gd name="T62" fmla="*/ 69 w 75"/>
                    <a:gd name="T63" fmla="*/ 17 h 74"/>
                    <a:gd name="T64" fmla="*/ 64 w 75"/>
                    <a:gd name="T65" fmla="*/ 11 h 74"/>
                    <a:gd name="T66" fmla="*/ 59 w 75"/>
                    <a:gd name="T67" fmla="*/ 6 h 74"/>
                    <a:gd name="T68" fmla="*/ 53 w 75"/>
                    <a:gd name="T69" fmla="*/ 3 h 74"/>
                    <a:gd name="T70" fmla="*/ 45 w 75"/>
                    <a:gd name="T71" fmla="*/ 1 h 74"/>
                    <a:gd name="T72" fmla="*/ 38 w 75"/>
                    <a:gd name="T73" fmla="*/ 0 h 74"/>
                    <a:gd name="T74" fmla="*/ 38 w 75"/>
                    <a:gd name="T75" fmla="*/ 0 h 7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</a:cxnLst>
                  <a:rect l="0" t="0" r="r" b="b"/>
                  <a:pathLst>
                    <a:path w="75" h="74">
                      <a:moveTo>
                        <a:pt x="38" y="0"/>
                      </a:moveTo>
                      <a:lnTo>
                        <a:pt x="38" y="0"/>
                      </a:lnTo>
                      <a:lnTo>
                        <a:pt x="31" y="1"/>
                      </a:lnTo>
                      <a:lnTo>
                        <a:pt x="23" y="3"/>
                      </a:lnTo>
                      <a:lnTo>
                        <a:pt x="17" y="6"/>
                      </a:lnTo>
                      <a:lnTo>
                        <a:pt x="11" y="11"/>
                      </a:lnTo>
                      <a:lnTo>
                        <a:pt x="7" y="17"/>
                      </a:lnTo>
                      <a:lnTo>
                        <a:pt x="4" y="23"/>
                      </a:lnTo>
                      <a:lnTo>
                        <a:pt x="1" y="29"/>
                      </a:lnTo>
                      <a:lnTo>
                        <a:pt x="0" y="38"/>
                      </a:lnTo>
                      <a:lnTo>
                        <a:pt x="0" y="38"/>
                      </a:lnTo>
                      <a:lnTo>
                        <a:pt x="1" y="45"/>
                      </a:lnTo>
                      <a:lnTo>
                        <a:pt x="4" y="51"/>
                      </a:lnTo>
                      <a:lnTo>
                        <a:pt x="7" y="58"/>
                      </a:lnTo>
                      <a:lnTo>
                        <a:pt x="11" y="63"/>
                      </a:lnTo>
                      <a:lnTo>
                        <a:pt x="17" y="68"/>
                      </a:lnTo>
                      <a:lnTo>
                        <a:pt x="23" y="72"/>
                      </a:lnTo>
                      <a:lnTo>
                        <a:pt x="31" y="73"/>
                      </a:lnTo>
                      <a:lnTo>
                        <a:pt x="38" y="74"/>
                      </a:lnTo>
                      <a:lnTo>
                        <a:pt x="38" y="74"/>
                      </a:lnTo>
                      <a:lnTo>
                        <a:pt x="45" y="73"/>
                      </a:lnTo>
                      <a:lnTo>
                        <a:pt x="53" y="72"/>
                      </a:lnTo>
                      <a:lnTo>
                        <a:pt x="59" y="68"/>
                      </a:lnTo>
                      <a:lnTo>
                        <a:pt x="64" y="63"/>
                      </a:lnTo>
                      <a:lnTo>
                        <a:pt x="69" y="58"/>
                      </a:lnTo>
                      <a:lnTo>
                        <a:pt x="72" y="51"/>
                      </a:lnTo>
                      <a:lnTo>
                        <a:pt x="75" y="45"/>
                      </a:lnTo>
                      <a:lnTo>
                        <a:pt x="75" y="38"/>
                      </a:lnTo>
                      <a:lnTo>
                        <a:pt x="75" y="38"/>
                      </a:lnTo>
                      <a:lnTo>
                        <a:pt x="75" y="29"/>
                      </a:lnTo>
                      <a:lnTo>
                        <a:pt x="72" y="23"/>
                      </a:lnTo>
                      <a:lnTo>
                        <a:pt x="69" y="17"/>
                      </a:lnTo>
                      <a:lnTo>
                        <a:pt x="64" y="11"/>
                      </a:lnTo>
                      <a:lnTo>
                        <a:pt x="59" y="6"/>
                      </a:lnTo>
                      <a:lnTo>
                        <a:pt x="53" y="3"/>
                      </a:lnTo>
                      <a:lnTo>
                        <a:pt x="45" y="1"/>
                      </a:lnTo>
                      <a:lnTo>
                        <a:pt x="38" y="0"/>
                      </a:lnTo>
                      <a:lnTo>
                        <a:pt x="38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fr-FR"/>
                </a:p>
              </p:txBody>
            </p:sp>
            <p:sp>
              <p:nvSpPr>
                <p:cNvPr id="31" name="Freeform 45">
                  <a:extLst>
                    <a:ext uri="{FF2B5EF4-FFF2-40B4-BE49-F238E27FC236}">
                      <a16:creationId xmlns:a16="http://schemas.microsoft.com/office/drawing/2014/main" id="{280C0C8B-A5DF-595A-95C4-13A0F41A0B1D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015038" y="3933825"/>
                  <a:ext cx="712788" cy="712788"/>
                </a:xfrm>
                <a:custGeom>
                  <a:avLst/>
                  <a:gdLst>
                    <a:gd name="T0" fmla="*/ 1510 w 1798"/>
                    <a:gd name="T1" fmla="*/ 815 h 1796"/>
                    <a:gd name="T2" fmla="*/ 1473 w 1798"/>
                    <a:gd name="T3" fmla="*/ 674 h 1796"/>
                    <a:gd name="T4" fmla="*/ 1407 w 1798"/>
                    <a:gd name="T5" fmla="*/ 548 h 1796"/>
                    <a:gd name="T6" fmla="*/ 1315 w 1798"/>
                    <a:gd name="T7" fmla="*/ 442 h 1796"/>
                    <a:gd name="T8" fmla="*/ 1201 w 1798"/>
                    <a:gd name="T9" fmla="*/ 359 h 1796"/>
                    <a:gd name="T10" fmla="*/ 1068 w 1798"/>
                    <a:gd name="T11" fmla="*/ 304 h 1796"/>
                    <a:gd name="T12" fmla="*/ 924 w 1798"/>
                    <a:gd name="T13" fmla="*/ 281 h 1796"/>
                    <a:gd name="T14" fmla="*/ 845 w 1798"/>
                    <a:gd name="T15" fmla="*/ 282 h 1796"/>
                    <a:gd name="T16" fmla="*/ 702 w 1798"/>
                    <a:gd name="T17" fmla="*/ 312 h 1796"/>
                    <a:gd name="T18" fmla="*/ 573 w 1798"/>
                    <a:gd name="T19" fmla="*/ 374 h 1796"/>
                    <a:gd name="T20" fmla="*/ 462 w 1798"/>
                    <a:gd name="T21" fmla="*/ 461 h 1796"/>
                    <a:gd name="T22" fmla="*/ 375 w 1798"/>
                    <a:gd name="T23" fmla="*/ 572 h 1796"/>
                    <a:gd name="T24" fmla="*/ 314 w 1798"/>
                    <a:gd name="T25" fmla="*/ 701 h 1796"/>
                    <a:gd name="T26" fmla="*/ 285 w 1798"/>
                    <a:gd name="T27" fmla="*/ 844 h 1796"/>
                    <a:gd name="T28" fmla="*/ 283 w 1798"/>
                    <a:gd name="T29" fmla="*/ 923 h 1796"/>
                    <a:gd name="T30" fmla="*/ 308 w 1798"/>
                    <a:gd name="T31" fmla="*/ 1067 h 1796"/>
                    <a:gd name="T32" fmla="*/ 363 w 1798"/>
                    <a:gd name="T33" fmla="*/ 1197 h 1796"/>
                    <a:gd name="T34" fmla="*/ 445 w 1798"/>
                    <a:gd name="T35" fmla="*/ 1311 h 1796"/>
                    <a:gd name="T36" fmla="*/ 551 w 1798"/>
                    <a:gd name="T37" fmla="*/ 1403 h 1796"/>
                    <a:gd name="T38" fmla="*/ 676 w 1798"/>
                    <a:gd name="T39" fmla="*/ 1469 h 1796"/>
                    <a:gd name="T40" fmla="*/ 816 w 1798"/>
                    <a:gd name="T41" fmla="*/ 1504 h 1796"/>
                    <a:gd name="T42" fmla="*/ 924 w 1798"/>
                    <a:gd name="T43" fmla="*/ 1509 h 1796"/>
                    <a:gd name="T44" fmla="*/ 1040 w 1798"/>
                    <a:gd name="T45" fmla="*/ 1495 h 1796"/>
                    <a:gd name="T46" fmla="*/ 1174 w 1798"/>
                    <a:gd name="T47" fmla="*/ 1446 h 1796"/>
                    <a:gd name="T48" fmla="*/ 1291 w 1798"/>
                    <a:gd name="T49" fmla="*/ 1368 h 1796"/>
                    <a:gd name="T50" fmla="*/ 1388 w 1798"/>
                    <a:gd name="T51" fmla="*/ 1268 h 1796"/>
                    <a:gd name="T52" fmla="*/ 1461 w 1798"/>
                    <a:gd name="T53" fmla="*/ 1147 h 1796"/>
                    <a:gd name="T54" fmla="*/ 1503 w 1798"/>
                    <a:gd name="T55" fmla="*/ 1011 h 1796"/>
                    <a:gd name="T56" fmla="*/ 1798 w 1798"/>
                    <a:gd name="T57" fmla="*/ 873 h 1796"/>
                    <a:gd name="T58" fmla="*/ 874 w 1798"/>
                    <a:gd name="T59" fmla="*/ 1460 h 1796"/>
                    <a:gd name="T60" fmla="*/ 742 w 1798"/>
                    <a:gd name="T61" fmla="*/ 1439 h 1796"/>
                    <a:gd name="T62" fmla="*/ 622 w 1798"/>
                    <a:gd name="T63" fmla="*/ 1389 h 1796"/>
                    <a:gd name="T64" fmla="*/ 518 w 1798"/>
                    <a:gd name="T65" fmla="*/ 1315 h 1796"/>
                    <a:gd name="T66" fmla="*/ 433 w 1798"/>
                    <a:gd name="T67" fmla="*/ 1218 h 1796"/>
                    <a:gd name="T68" fmla="*/ 372 w 1798"/>
                    <a:gd name="T69" fmla="*/ 1104 h 1796"/>
                    <a:gd name="T70" fmla="*/ 337 w 1798"/>
                    <a:gd name="T71" fmla="*/ 976 h 1796"/>
                    <a:gd name="T72" fmla="*/ 332 w 1798"/>
                    <a:gd name="T73" fmla="*/ 873 h 1796"/>
                    <a:gd name="T74" fmla="*/ 347 w 1798"/>
                    <a:gd name="T75" fmla="*/ 766 h 1796"/>
                    <a:gd name="T76" fmla="*/ 391 w 1798"/>
                    <a:gd name="T77" fmla="*/ 642 h 1796"/>
                    <a:gd name="T78" fmla="*/ 462 w 1798"/>
                    <a:gd name="T79" fmla="*/ 534 h 1796"/>
                    <a:gd name="T80" fmla="*/ 556 w 1798"/>
                    <a:gd name="T81" fmla="*/ 445 h 1796"/>
                    <a:gd name="T82" fmla="*/ 667 w 1798"/>
                    <a:gd name="T83" fmla="*/ 379 h 1796"/>
                    <a:gd name="T84" fmla="*/ 794 w 1798"/>
                    <a:gd name="T85" fmla="*/ 338 h 1796"/>
                    <a:gd name="T86" fmla="*/ 924 w 1798"/>
                    <a:gd name="T87" fmla="*/ 621 h 1796"/>
                    <a:gd name="T88" fmla="*/ 1004 w 1798"/>
                    <a:gd name="T89" fmla="*/ 338 h 1796"/>
                    <a:gd name="T90" fmla="*/ 1131 w 1798"/>
                    <a:gd name="T91" fmla="*/ 379 h 1796"/>
                    <a:gd name="T92" fmla="*/ 1242 w 1798"/>
                    <a:gd name="T93" fmla="*/ 445 h 1796"/>
                    <a:gd name="T94" fmla="*/ 1336 w 1798"/>
                    <a:gd name="T95" fmla="*/ 534 h 1796"/>
                    <a:gd name="T96" fmla="*/ 1407 w 1798"/>
                    <a:gd name="T97" fmla="*/ 642 h 1796"/>
                    <a:gd name="T98" fmla="*/ 1451 w 1798"/>
                    <a:gd name="T99" fmla="*/ 766 h 1796"/>
                    <a:gd name="T100" fmla="*/ 1176 w 1798"/>
                    <a:gd name="T101" fmla="*/ 873 h 1796"/>
                    <a:gd name="T102" fmla="*/ 1459 w 1798"/>
                    <a:gd name="T103" fmla="*/ 976 h 1796"/>
                    <a:gd name="T104" fmla="*/ 1426 w 1798"/>
                    <a:gd name="T105" fmla="*/ 1104 h 1796"/>
                    <a:gd name="T106" fmla="*/ 1365 w 1798"/>
                    <a:gd name="T107" fmla="*/ 1218 h 1796"/>
                    <a:gd name="T108" fmla="*/ 1280 w 1798"/>
                    <a:gd name="T109" fmla="*/ 1315 h 1796"/>
                    <a:gd name="T110" fmla="*/ 1176 w 1798"/>
                    <a:gd name="T111" fmla="*/ 1389 h 1796"/>
                    <a:gd name="T112" fmla="*/ 1056 w 1798"/>
                    <a:gd name="T113" fmla="*/ 1439 h 1796"/>
                    <a:gd name="T114" fmla="*/ 924 w 1798"/>
                    <a:gd name="T115" fmla="*/ 1460 h 17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  <a:cxn ang="0">
                      <a:pos x="T114" y="T115"/>
                    </a:cxn>
                  </a:cxnLst>
                  <a:rect l="0" t="0" r="r" b="b"/>
                  <a:pathLst>
                    <a:path w="1798" h="1796">
                      <a:moveTo>
                        <a:pt x="1798" y="873"/>
                      </a:moveTo>
                      <a:lnTo>
                        <a:pt x="1515" y="873"/>
                      </a:lnTo>
                      <a:lnTo>
                        <a:pt x="1515" y="873"/>
                      </a:lnTo>
                      <a:lnTo>
                        <a:pt x="1512" y="844"/>
                      </a:lnTo>
                      <a:lnTo>
                        <a:pt x="1510" y="815"/>
                      </a:lnTo>
                      <a:lnTo>
                        <a:pt x="1505" y="785"/>
                      </a:lnTo>
                      <a:lnTo>
                        <a:pt x="1499" y="756"/>
                      </a:lnTo>
                      <a:lnTo>
                        <a:pt x="1491" y="728"/>
                      </a:lnTo>
                      <a:lnTo>
                        <a:pt x="1483" y="701"/>
                      </a:lnTo>
                      <a:lnTo>
                        <a:pt x="1473" y="674"/>
                      </a:lnTo>
                      <a:lnTo>
                        <a:pt x="1463" y="647"/>
                      </a:lnTo>
                      <a:lnTo>
                        <a:pt x="1451" y="621"/>
                      </a:lnTo>
                      <a:lnTo>
                        <a:pt x="1437" y="597"/>
                      </a:lnTo>
                      <a:lnTo>
                        <a:pt x="1423" y="572"/>
                      </a:lnTo>
                      <a:lnTo>
                        <a:pt x="1407" y="548"/>
                      </a:lnTo>
                      <a:lnTo>
                        <a:pt x="1391" y="526"/>
                      </a:lnTo>
                      <a:lnTo>
                        <a:pt x="1374" y="504"/>
                      </a:lnTo>
                      <a:lnTo>
                        <a:pt x="1355" y="481"/>
                      </a:lnTo>
                      <a:lnTo>
                        <a:pt x="1336" y="461"/>
                      </a:lnTo>
                      <a:lnTo>
                        <a:pt x="1315" y="442"/>
                      </a:lnTo>
                      <a:lnTo>
                        <a:pt x="1294" y="423"/>
                      </a:lnTo>
                      <a:lnTo>
                        <a:pt x="1272" y="406"/>
                      </a:lnTo>
                      <a:lnTo>
                        <a:pt x="1248" y="388"/>
                      </a:lnTo>
                      <a:lnTo>
                        <a:pt x="1225" y="374"/>
                      </a:lnTo>
                      <a:lnTo>
                        <a:pt x="1201" y="359"/>
                      </a:lnTo>
                      <a:lnTo>
                        <a:pt x="1175" y="345"/>
                      </a:lnTo>
                      <a:lnTo>
                        <a:pt x="1149" y="333"/>
                      </a:lnTo>
                      <a:lnTo>
                        <a:pt x="1123" y="322"/>
                      </a:lnTo>
                      <a:lnTo>
                        <a:pt x="1096" y="312"/>
                      </a:lnTo>
                      <a:lnTo>
                        <a:pt x="1068" y="304"/>
                      </a:lnTo>
                      <a:lnTo>
                        <a:pt x="1040" y="296"/>
                      </a:lnTo>
                      <a:lnTo>
                        <a:pt x="1012" y="290"/>
                      </a:lnTo>
                      <a:lnTo>
                        <a:pt x="982" y="285"/>
                      </a:lnTo>
                      <a:lnTo>
                        <a:pt x="953" y="282"/>
                      </a:lnTo>
                      <a:lnTo>
                        <a:pt x="924" y="281"/>
                      </a:lnTo>
                      <a:lnTo>
                        <a:pt x="924" y="0"/>
                      </a:lnTo>
                      <a:lnTo>
                        <a:pt x="874" y="0"/>
                      </a:lnTo>
                      <a:lnTo>
                        <a:pt x="874" y="281"/>
                      </a:lnTo>
                      <a:lnTo>
                        <a:pt x="874" y="281"/>
                      </a:lnTo>
                      <a:lnTo>
                        <a:pt x="845" y="282"/>
                      </a:lnTo>
                      <a:lnTo>
                        <a:pt x="814" y="285"/>
                      </a:lnTo>
                      <a:lnTo>
                        <a:pt x="786" y="290"/>
                      </a:lnTo>
                      <a:lnTo>
                        <a:pt x="757" y="296"/>
                      </a:lnTo>
                      <a:lnTo>
                        <a:pt x="729" y="304"/>
                      </a:lnTo>
                      <a:lnTo>
                        <a:pt x="702" y="312"/>
                      </a:lnTo>
                      <a:lnTo>
                        <a:pt x="675" y="322"/>
                      </a:lnTo>
                      <a:lnTo>
                        <a:pt x="648" y="333"/>
                      </a:lnTo>
                      <a:lnTo>
                        <a:pt x="622" y="345"/>
                      </a:lnTo>
                      <a:lnTo>
                        <a:pt x="597" y="359"/>
                      </a:lnTo>
                      <a:lnTo>
                        <a:pt x="573" y="374"/>
                      </a:lnTo>
                      <a:lnTo>
                        <a:pt x="550" y="388"/>
                      </a:lnTo>
                      <a:lnTo>
                        <a:pt x="526" y="406"/>
                      </a:lnTo>
                      <a:lnTo>
                        <a:pt x="504" y="423"/>
                      </a:lnTo>
                      <a:lnTo>
                        <a:pt x="483" y="442"/>
                      </a:lnTo>
                      <a:lnTo>
                        <a:pt x="462" y="461"/>
                      </a:lnTo>
                      <a:lnTo>
                        <a:pt x="443" y="481"/>
                      </a:lnTo>
                      <a:lnTo>
                        <a:pt x="424" y="504"/>
                      </a:lnTo>
                      <a:lnTo>
                        <a:pt x="407" y="526"/>
                      </a:lnTo>
                      <a:lnTo>
                        <a:pt x="390" y="548"/>
                      </a:lnTo>
                      <a:lnTo>
                        <a:pt x="375" y="572"/>
                      </a:lnTo>
                      <a:lnTo>
                        <a:pt x="361" y="597"/>
                      </a:lnTo>
                      <a:lnTo>
                        <a:pt x="347" y="621"/>
                      </a:lnTo>
                      <a:lnTo>
                        <a:pt x="335" y="647"/>
                      </a:lnTo>
                      <a:lnTo>
                        <a:pt x="324" y="674"/>
                      </a:lnTo>
                      <a:lnTo>
                        <a:pt x="314" y="701"/>
                      </a:lnTo>
                      <a:lnTo>
                        <a:pt x="306" y="728"/>
                      </a:lnTo>
                      <a:lnTo>
                        <a:pt x="299" y="756"/>
                      </a:lnTo>
                      <a:lnTo>
                        <a:pt x="293" y="785"/>
                      </a:lnTo>
                      <a:lnTo>
                        <a:pt x="288" y="815"/>
                      </a:lnTo>
                      <a:lnTo>
                        <a:pt x="285" y="844"/>
                      </a:lnTo>
                      <a:lnTo>
                        <a:pt x="283" y="873"/>
                      </a:lnTo>
                      <a:lnTo>
                        <a:pt x="0" y="873"/>
                      </a:lnTo>
                      <a:lnTo>
                        <a:pt x="0" y="923"/>
                      </a:lnTo>
                      <a:lnTo>
                        <a:pt x="283" y="923"/>
                      </a:lnTo>
                      <a:lnTo>
                        <a:pt x="283" y="923"/>
                      </a:lnTo>
                      <a:lnTo>
                        <a:pt x="286" y="952"/>
                      </a:lnTo>
                      <a:lnTo>
                        <a:pt x="290" y="981"/>
                      </a:lnTo>
                      <a:lnTo>
                        <a:pt x="294" y="1011"/>
                      </a:lnTo>
                      <a:lnTo>
                        <a:pt x="301" y="1039"/>
                      </a:lnTo>
                      <a:lnTo>
                        <a:pt x="308" y="1067"/>
                      </a:lnTo>
                      <a:lnTo>
                        <a:pt x="317" y="1094"/>
                      </a:lnTo>
                      <a:lnTo>
                        <a:pt x="326" y="1121"/>
                      </a:lnTo>
                      <a:lnTo>
                        <a:pt x="337" y="1147"/>
                      </a:lnTo>
                      <a:lnTo>
                        <a:pt x="350" y="1172"/>
                      </a:lnTo>
                      <a:lnTo>
                        <a:pt x="363" y="1197"/>
                      </a:lnTo>
                      <a:lnTo>
                        <a:pt x="377" y="1221"/>
                      </a:lnTo>
                      <a:lnTo>
                        <a:pt x="393" y="1245"/>
                      </a:lnTo>
                      <a:lnTo>
                        <a:pt x="410" y="1268"/>
                      </a:lnTo>
                      <a:lnTo>
                        <a:pt x="427" y="1290"/>
                      </a:lnTo>
                      <a:lnTo>
                        <a:pt x="445" y="1311"/>
                      </a:lnTo>
                      <a:lnTo>
                        <a:pt x="465" y="1330"/>
                      </a:lnTo>
                      <a:lnTo>
                        <a:pt x="485" y="1350"/>
                      </a:lnTo>
                      <a:lnTo>
                        <a:pt x="507" y="1368"/>
                      </a:lnTo>
                      <a:lnTo>
                        <a:pt x="529" y="1386"/>
                      </a:lnTo>
                      <a:lnTo>
                        <a:pt x="551" y="1403"/>
                      </a:lnTo>
                      <a:lnTo>
                        <a:pt x="574" y="1417"/>
                      </a:lnTo>
                      <a:lnTo>
                        <a:pt x="599" y="1432"/>
                      </a:lnTo>
                      <a:lnTo>
                        <a:pt x="624" y="1446"/>
                      </a:lnTo>
                      <a:lnTo>
                        <a:pt x="649" y="1458"/>
                      </a:lnTo>
                      <a:lnTo>
                        <a:pt x="676" y="1469"/>
                      </a:lnTo>
                      <a:lnTo>
                        <a:pt x="703" y="1479"/>
                      </a:lnTo>
                      <a:lnTo>
                        <a:pt x="730" y="1487"/>
                      </a:lnTo>
                      <a:lnTo>
                        <a:pt x="758" y="1495"/>
                      </a:lnTo>
                      <a:lnTo>
                        <a:pt x="786" y="1500"/>
                      </a:lnTo>
                      <a:lnTo>
                        <a:pt x="816" y="1504"/>
                      </a:lnTo>
                      <a:lnTo>
                        <a:pt x="845" y="1508"/>
                      </a:lnTo>
                      <a:lnTo>
                        <a:pt x="874" y="1509"/>
                      </a:lnTo>
                      <a:lnTo>
                        <a:pt x="874" y="1796"/>
                      </a:lnTo>
                      <a:lnTo>
                        <a:pt x="924" y="1796"/>
                      </a:lnTo>
                      <a:lnTo>
                        <a:pt x="924" y="1509"/>
                      </a:lnTo>
                      <a:lnTo>
                        <a:pt x="924" y="1509"/>
                      </a:lnTo>
                      <a:lnTo>
                        <a:pt x="953" y="1508"/>
                      </a:lnTo>
                      <a:lnTo>
                        <a:pt x="982" y="1504"/>
                      </a:lnTo>
                      <a:lnTo>
                        <a:pt x="1012" y="1500"/>
                      </a:lnTo>
                      <a:lnTo>
                        <a:pt x="1040" y="1495"/>
                      </a:lnTo>
                      <a:lnTo>
                        <a:pt x="1068" y="1487"/>
                      </a:lnTo>
                      <a:lnTo>
                        <a:pt x="1095" y="1479"/>
                      </a:lnTo>
                      <a:lnTo>
                        <a:pt x="1122" y="1469"/>
                      </a:lnTo>
                      <a:lnTo>
                        <a:pt x="1148" y="1458"/>
                      </a:lnTo>
                      <a:lnTo>
                        <a:pt x="1174" y="1446"/>
                      </a:lnTo>
                      <a:lnTo>
                        <a:pt x="1199" y="1432"/>
                      </a:lnTo>
                      <a:lnTo>
                        <a:pt x="1223" y="1417"/>
                      </a:lnTo>
                      <a:lnTo>
                        <a:pt x="1247" y="1403"/>
                      </a:lnTo>
                      <a:lnTo>
                        <a:pt x="1269" y="1386"/>
                      </a:lnTo>
                      <a:lnTo>
                        <a:pt x="1291" y="1368"/>
                      </a:lnTo>
                      <a:lnTo>
                        <a:pt x="1312" y="1350"/>
                      </a:lnTo>
                      <a:lnTo>
                        <a:pt x="1333" y="1330"/>
                      </a:lnTo>
                      <a:lnTo>
                        <a:pt x="1353" y="1311"/>
                      </a:lnTo>
                      <a:lnTo>
                        <a:pt x="1371" y="1290"/>
                      </a:lnTo>
                      <a:lnTo>
                        <a:pt x="1388" y="1268"/>
                      </a:lnTo>
                      <a:lnTo>
                        <a:pt x="1405" y="1245"/>
                      </a:lnTo>
                      <a:lnTo>
                        <a:pt x="1420" y="1221"/>
                      </a:lnTo>
                      <a:lnTo>
                        <a:pt x="1435" y="1197"/>
                      </a:lnTo>
                      <a:lnTo>
                        <a:pt x="1448" y="1172"/>
                      </a:lnTo>
                      <a:lnTo>
                        <a:pt x="1461" y="1147"/>
                      </a:lnTo>
                      <a:lnTo>
                        <a:pt x="1472" y="1121"/>
                      </a:lnTo>
                      <a:lnTo>
                        <a:pt x="1481" y="1094"/>
                      </a:lnTo>
                      <a:lnTo>
                        <a:pt x="1490" y="1067"/>
                      </a:lnTo>
                      <a:lnTo>
                        <a:pt x="1497" y="1039"/>
                      </a:lnTo>
                      <a:lnTo>
                        <a:pt x="1503" y="1011"/>
                      </a:lnTo>
                      <a:lnTo>
                        <a:pt x="1508" y="981"/>
                      </a:lnTo>
                      <a:lnTo>
                        <a:pt x="1512" y="952"/>
                      </a:lnTo>
                      <a:lnTo>
                        <a:pt x="1515" y="923"/>
                      </a:lnTo>
                      <a:lnTo>
                        <a:pt x="1798" y="923"/>
                      </a:lnTo>
                      <a:lnTo>
                        <a:pt x="1798" y="873"/>
                      </a:lnTo>
                      <a:close/>
                      <a:moveTo>
                        <a:pt x="924" y="1460"/>
                      </a:moveTo>
                      <a:lnTo>
                        <a:pt x="924" y="1176"/>
                      </a:lnTo>
                      <a:lnTo>
                        <a:pt x="874" y="1176"/>
                      </a:lnTo>
                      <a:lnTo>
                        <a:pt x="874" y="1460"/>
                      </a:lnTo>
                      <a:lnTo>
                        <a:pt x="874" y="1460"/>
                      </a:lnTo>
                      <a:lnTo>
                        <a:pt x="847" y="1459"/>
                      </a:lnTo>
                      <a:lnTo>
                        <a:pt x="821" y="1455"/>
                      </a:lnTo>
                      <a:lnTo>
                        <a:pt x="794" y="1452"/>
                      </a:lnTo>
                      <a:lnTo>
                        <a:pt x="768" y="1446"/>
                      </a:lnTo>
                      <a:lnTo>
                        <a:pt x="742" y="1439"/>
                      </a:lnTo>
                      <a:lnTo>
                        <a:pt x="718" y="1431"/>
                      </a:lnTo>
                      <a:lnTo>
                        <a:pt x="693" y="1422"/>
                      </a:lnTo>
                      <a:lnTo>
                        <a:pt x="668" y="1413"/>
                      </a:lnTo>
                      <a:lnTo>
                        <a:pt x="645" y="1402"/>
                      </a:lnTo>
                      <a:lnTo>
                        <a:pt x="622" y="1389"/>
                      </a:lnTo>
                      <a:lnTo>
                        <a:pt x="600" y="1376"/>
                      </a:lnTo>
                      <a:lnTo>
                        <a:pt x="579" y="1362"/>
                      </a:lnTo>
                      <a:lnTo>
                        <a:pt x="557" y="1346"/>
                      </a:lnTo>
                      <a:lnTo>
                        <a:pt x="537" y="1330"/>
                      </a:lnTo>
                      <a:lnTo>
                        <a:pt x="518" y="1315"/>
                      </a:lnTo>
                      <a:lnTo>
                        <a:pt x="499" y="1296"/>
                      </a:lnTo>
                      <a:lnTo>
                        <a:pt x="482" y="1278"/>
                      </a:lnTo>
                      <a:lnTo>
                        <a:pt x="465" y="1258"/>
                      </a:lnTo>
                      <a:lnTo>
                        <a:pt x="449" y="1239"/>
                      </a:lnTo>
                      <a:lnTo>
                        <a:pt x="433" y="1218"/>
                      </a:lnTo>
                      <a:lnTo>
                        <a:pt x="420" y="1196"/>
                      </a:lnTo>
                      <a:lnTo>
                        <a:pt x="406" y="1174"/>
                      </a:lnTo>
                      <a:lnTo>
                        <a:pt x="394" y="1152"/>
                      </a:lnTo>
                      <a:lnTo>
                        <a:pt x="383" y="1128"/>
                      </a:lnTo>
                      <a:lnTo>
                        <a:pt x="372" y="1104"/>
                      </a:lnTo>
                      <a:lnTo>
                        <a:pt x="363" y="1079"/>
                      </a:lnTo>
                      <a:lnTo>
                        <a:pt x="355" y="1055"/>
                      </a:lnTo>
                      <a:lnTo>
                        <a:pt x="348" y="1029"/>
                      </a:lnTo>
                      <a:lnTo>
                        <a:pt x="342" y="1003"/>
                      </a:lnTo>
                      <a:lnTo>
                        <a:pt x="337" y="976"/>
                      </a:lnTo>
                      <a:lnTo>
                        <a:pt x="335" y="949"/>
                      </a:lnTo>
                      <a:lnTo>
                        <a:pt x="332" y="923"/>
                      </a:lnTo>
                      <a:lnTo>
                        <a:pt x="621" y="923"/>
                      </a:lnTo>
                      <a:lnTo>
                        <a:pt x="621" y="873"/>
                      </a:lnTo>
                      <a:lnTo>
                        <a:pt x="332" y="873"/>
                      </a:lnTo>
                      <a:lnTo>
                        <a:pt x="332" y="873"/>
                      </a:lnTo>
                      <a:lnTo>
                        <a:pt x="334" y="847"/>
                      </a:lnTo>
                      <a:lnTo>
                        <a:pt x="337" y="820"/>
                      </a:lnTo>
                      <a:lnTo>
                        <a:pt x="341" y="793"/>
                      </a:lnTo>
                      <a:lnTo>
                        <a:pt x="347" y="766"/>
                      </a:lnTo>
                      <a:lnTo>
                        <a:pt x="353" y="740"/>
                      </a:lnTo>
                      <a:lnTo>
                        <a:pt x="362" y="715"/>
                      </a:lnTo>
                      <a:lnTo>
                        <a:pt x="371" y="691"/>
                      </a:lnTo>
                      <a:lnTo>
                        <a:pt x="380" y="666"/>
                      </a:lnTo>
                      <a:lnTo>
                        <a:pt x="391" y="642"/>
                      </a:lnTo>
                      <a:lnTo>
                        <a:pt x="404" y="620"/>
                      </a:lnTo>
                      <a:lnTo>
                        <a:pt x="417" y="597"/>
                      </a:lnTo>
                      <a:lnTo>
                        <a:pt x="432" y="576"/>
                      </a:lnTo>
                      <a:lnTo>
                        <a:pt x="447" y="555"/>
                      </a:lnTo>
                      <a:lnTo>
                        <a:pt x="462" y="534"/>
                      </a:lnTo>
                      <a:lnTo>
                        <a:pt x="480" y="515"/>
                      </a:lnTo>
                      <a:lnTo>
                        <a:pt x="497" y="496"/>
                      </a:lnTo>
                      <a:lnTo>
                        <a:pt x="516" y="478"/>
                      </a:lnTo>
                      <a:lnTo>
                        <a:pt x="535" y="461"/>
                      </a:lnTo>
                      <a:lnTo>
                        <a:pt x="556" y="445"/>
                      </a:lnTo>
                      <a:lnTo>
                        <a:pt x="577" y="430"/>
                      </a:lnTo>
                      <a:lnTo>
                        <a:pt x="599" y="415"/>
                      </a:lnTo>
                      <a:lnTo>
                        <a:pt x="621" y="402"/>
                      </a:lnTo>
                      <a:lnTo>
                        <a:pt x="644" y="390"/>
                      </a:lnTo>
                      <a:lnTo>
                        <a:pt x="667" y="379"/>
                      </a:lnTo>
                      <a:lnTo>
                        <a:pt x="692" y="368"/>
                      </a:lnTo>
                      <a:lnTo>
                        <a:pt x="716" y="359"/>
                      </a:lnTo>
                      <a:lnTo>
                        <a:pt x="741" y="352"/>
                      </a:lnTo>
                      <a:lnTo>
                        <a:pt x="767" y="344"/>
                      </a:lnTo>
                      <a:lnTo>
                        <a:pt x="794" y="338"/>
                      </a:lnTo>
                      <a:lnTo>
                        <a:pt x="821" y="334"/>
                      </a:lnTo>
                      <a:lnTo>
                        <a:pt x="847" y="331"/>
                      </a:lnTo>
                      <a:lnTo>
                        <a:pt x="874" y="330"/>
                      </a:lnTo>
                      <a:lnTo>
                        <a:pt x="874" y="621"/>
                      </a:lnTo>
                      <a:lnTo>
                        <a:pt x="924" y="621"/>
                      </a:lnTo>
                      <a:lnTo>
                        <a:pt x="924" y="330"/>
                      </a:lnTo>
                      <a:lnTo>
                        <a:pt x="924" y="330"/>
                      </a:lnTo>
                      <a:lnTo>
                        <a:pt x="950" y="331"/>
                      </a:lnTo>
                      <a:lnTo>
                        <a:pt x="977" y="334"/>
                      </a:lnTo>
                      <a:lnTo>
                        <a:pt x="1004" y="338"/>
                      </a:lnTo>
                      <a:lnTo>
                        <a:pt x="1030" y="344"/>
                      </a:lnTo>
                      <a:lnTo>
                        <a:pt x="1056" y="352"/>
                      </a:lnTo>
                      <a:lnTo>
                        <a:pt x="1082" y="359"/>
                      </a:lnTo>
                      <a:lnTo>
                        <a:pt x="1106" y="368"/>
                      </a:lnTo>
                      <a:lnTo>
                        <a:pt x="1131" y="379"/>
                      </a:lnTo>
                      <a:lnTo>
                        <a:pt x="1154" y="390"/>
                      </a:lnTo>
                      <a:lnTo>
                        <a:pt x="1177" y="402"/>
                      </a:lnTo>
                      <a:lnTo>
                        <a:pt x="1199" y="415"/>
                      </a:lnTo>
                      <a:lnTo>
                        <a:pt x="1221" y="430"/>
                      </a:lnTo>
                      <a:lnTo>
                        <a:pt x="1242" y="445"/>
                      </a:lnTo>
                      <a:lnTo>
                        <a:pt x="1262" y="461"/>
                      </a:lnTo>
                      <a:lnTo>
                        <a:pt x="1282" y="478"/>
                      </a:lnTo>
                      <a:lnTo>
                        <a:pt x="1300" y="496"/>
                      </a:lnTo>
                      <a:lnTo>
                        <a:pt x="1318" y="515"/>
                      </a:lnTo>
                      <a:lnTo>
                        <a:pt x="1336" y="534"/>
                      </a:lnTo>
                      <a:lnTo>
                        <a:pt x="1351" y="555"/>
                      </a:lnTo>
                      <a:lnTo>
                        <a:pt x="1366" y="576"/>
                      </a:lnTo>
                      <a:lnTo>
                        <a:pt x="1381" y="597"/>
                      </a:lnTo>
                      <a:lnTo>
                        <a:pt x="1394" y="620"/>
                      </a:lnTo>
                      <a:lnTo>
                        <a:pt x="1407" y="642"/>
                      </a:lnTo>
                      <a:lnTo>
                        <a:pt x="1418" y="666"/>
                      </a:lnTo>
                      <a:lnTo>
                        <a:pt x="1427" y="691"/>
                      </a:lnTo>
                      <a:lnTo>
                        <a:pt x="1436" y="715"/>
                      </a:lnTo>
                      <a:lnTo>
                        <a:pt x="1445" y="740"/>
                      </a:lnTo>
                      <a:lnTo>
                        <a:pt x="1451" y="766"/>
                      </a:lnTo>
                      <a:lnTo>
                        <a:pt x="1457" y="793"/>
                      </a:lnTo>
                      <a:lnTo>
                        <a:pt x="1461" y="820"/>
                      </a:lnTo>
                      <a:lnTo>
                        <a:pt x="1463" y="847"/>
                      </a:lnTo>
                      <a:lnTo>
                        <a:pt x="1465" y="873"/>
                      </a:lnTo>
                      <a:lnTo>
                        <a:pt x="1176" y="873"/>
                      </a:lnTo>
                      <a:lnTo>
                        <a:pt x="1176" y="923"/>
                      </a:lnTo>
                      <a:lnTo>
                        <a:pt x="1465" y="923"/>
                      </a:lnTo>
                      <a:lnTo>
                        <a:pt x="1465" y="923"/>
                      </a:lnTo>
                      <a:lnTo>
                        <a:pt x="1463" y="949"/>
                      </a:lnTo>
                      <a:lnTo>
                        <a:pt x="1459" y="976"/>
                      </a:lnTo>
                      <a:lnTo>
                        <a:pt x="1456" y="1003"/>
                      </a:lnTo>
                      <a:lnTo>
                        <a:pt x="1450" y="1029"/>
                      </a:lnTo>
                      <a:lnTo>
                        <a:pt x="1443" y="1055"/>
                      </a:lnTo>
                      <a:lnTo>
                        <a:pt x="1435" y="1079"/>
                      </a:lnTo>
                      <a:lnTo>
                        <a:pt x="1426" y="1104"/>
                      </a:lnTo>
                      <a:lnTo>
                        <a:pt x="1415" y="1128"/>
                      </a:lnTo>
                      <a:lnTo>
                        <a:pt x="1404" y="1152"/>
                      </a:lnTo>
                      <a:lnTo>
                        <a:pt x="1392" y="1174"/>
                      </a:lnTo>
                      <a:lnTo>
                        <a:pt x="1378" y="1196"/>
                      </a:lnTo>
                      <a:lnTo>
                        <a:pt x="1365" y="1218"/>
                      </a:lnTo>
                      <a:lnTo>
                        <a:pt x="1349" y="1239"/>
                      </a:lnTo>
                      <a:lnTo>
                        <a:pt x="1333" y="1258"/>
                      </a:lnTo>
                      <a:lnTo>
                        <a:pt x="1316" y="1278"/>
                      </a:lnTo>
                      <a:lnTo>
                        <a:pt x="1299" y="1296"/>
                      </a:lnTo>
                      <a:lnTo>
                        <a:pt x="1280" y="1315"/>
                      </a:lnTo>
                      <a:lnTo>
                        <a:pt x="1261" y="1330"/>
                      </a:lnTo>
                      <a:lnTo>
                        <a:pt x="1240" y="1346"/>
                      </a:lnTo>
                      <a:lnTo>
                        <a:pt x="1219" y="1362"/>
                      </a:lnTo>
                      <a:lnTo>
                        <a:pt x="1198" y="1376"/>
                      </a:lnTo>
                      <a:lnTo>
                        <a:pt x="1176" y="1389"/>
                      </a:lnTo>
                      <a:lnTo>
                        <a:pt x="1153" y="1402"/>
                      </a:lnTo>
                      <a:lnTo>
                        <a:pt x="1130" y="1413"/>
                      </a:lnTo>
                      <a:lnTo>
                        <a:pt x="1105" y="1422"/>
                      </a:lnTo>
                      <a:lnTo>
                        <a:pt x="1080" y="1431"/>
                      </a:lnTo>
                      <a:lnTo>
                        <a:pt x="1056" y="1439"/>
                      </a:lnTo>
                      <a:lnTo>
                        <a:pt x="1030" y="1446"/>
                      </a:lnTo>
                      <a:lnTo>
                        <a:pt x="1004" y="1452"/>
                      </a:lnTo>
                      <a:lnTo>
                        <a:pt x="977" y="1455"/>
                      </a:lnTo>
                      <a:lnTo>
                        <a:pt x="950" y="1459"/>
                      </a:lnTo>
                      <a:lnTo>
                        <a:pt x="924" y="1460"/>
                      </a:lnTo>
                      <a:lnTo>
                        <a:pt x="924" y="146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fr-FR"/>
                </a:p>
              </p:txBody>
            </p:sp>
          </p:grpSp>
          <p:sp>
            <p:nvSpPr>
              <p:cNvPr id="29" name="Freeform 30">
                <a:extLst>
                  <a:ext uri="{FF2B5EF4-FFF2-40B4-BE49-F238E27FC236}">
                    <a16:creationId xmlns:a16="http://schemas.microsoft.com/office/drawing/2014/main" id="{FB4228A1-8657-9796-EC44-CB320E9948C4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732240" y="5589240"/>
                <a:ext cx="734689" cy="737295"/>
              </a:xfrm>
              <a:custGeom>
                <a:avLst/>
                <a:gdLst>
                  <a:gd name="T0" fmla="*/ 476 w 953"/>
                  <a:gd name="T1" fmla="*/ 953 h 953"/>
                  <a:gd name="T2" fmla="*/ 0 w 953"/>
                  <a:gd name="T3" fmla="*/ 477 h 953"/>
                  <a:gd name="T4" fmla="*/ 476 w 953"/>
                  <a:gd name="T5" fmla="*/ 0 h 953"/>
                  <a:gd name="T6" fmla="*/ 953 w 953"/>
                  <a:gd name="T7" fmla="*/ 477 h 953"/>
                  <a:gd name="T8" fmla="*/ 476 w 953"/>
                  <a:gd name="T9" fmla="*/ 953 h 953"/>
                  <a:gd name="T10" fmla="*/ 476 w 953"/>
                  <a:gd name="T11" fmla="*/ 40 h 953"/>
                  <a:gd name="T12" fmla="*/ 40 w 953"/>
                  <a:gd name="T13" fmla="*/ 477 h 953"/>
                  <a:gd name="T14" fmla="*/ 476 w 953"/>
                  <a:gd name="T15" fmla="*/ 913 h 953"/>
                  <a:gd name="T16" fmla="*/ 913 w 953"/>
                  <a:gd name="T17" fmla="*/ 477 h 953"/>
                  <a:gd name="T18" fmla="*/ 476 w 953"/>
                  <a:gd name="T19" fmla="*/ 40 h 95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953" h="953">
                    <a:moveTo>
                      <a:pt x="476" y="953"/>
                    </a:moveTo>
                    <a:cubicBezTo>
                      <a:pt x="214" y="953"/>
                      <a:pt x="0" y="739"/>
                      <a:pt x="0" y="477"/>
                    </a:cubicBezTo>
                    <a:cubicBezTo>
                      <a:pt x="0" y="214"/>
                      <a:pt x="214" y="0"/>
                      <a:pt x="476" y="0"/>
                    </a:cubicBezTo>
                    <a:cubicBezTo>
                      <a:pt x="739" y="0"/>
                      <a:pt x="953" y="214"/>
                      <a:pt x="953" y="477"/>
                    </a:cubicBezTo>
                    <a:cubicBezTo>
                      <a:pt x="953" y="739"/>
                      <a:pt x="739" y="953"/>
                      <a:pt x="476" y="953"/>
                    </a:cubicBezTo>
                    <a:close/>
                    <a:moveTo>
                      <a:pt x="476" y="40"/>
                    </a:moveTo>
                    <a:cubicBezTo>
                      <a:pt x="236" y="40"/>
                      <a:pt x="40" y="236"/>
                      <a:pt x="40" y="477"/>
                    </a:cubicBezTo>
                    <a:cubicBezTo>
                      <a:pt x="40" y="717"/>
                      <a:pt x="236" y="913"/>
                      <a:pt x="476" y="913"/>
                    </a:cubicBezTo>
                    <a:cubicBezTo>
                      <a:pt x="717" y="913"/>
                      <a:pt x="913" y="717"/>
                      <a:pt x="913" y="477"/>
                    </a:cubicBezTo>
                    <a:cubicBezTo>
                      <a:pt x="913" y="236"/>
                      <a:pt x="717" y="40"/>
                      <a:pt x="476" y="4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0484904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re 5">
            <a:extLst>
              <a:ext uri="{FF2B5EF4-FFF2-40B4-BE49-F238E27FC236}">
                <a16:creationId xmlns:a16="http://schemas.microsoft.com/office/drawing/2014/main" id="{F7C30C50-308E-4A6E-B91F-AE699058EA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200" y="263976"/>
            <a:ext cx="10980000" cy="864000"/>
          </a:xfrm>
        </p:spPr>
        <p:txBody>
          <a:bodyPr>
            <a:normAutofit fontScale="90000"/>
          </a:bodyPr>
          <a:lstStyle/>
          <a:p>
            <a:r>
              <a:rPr lang="fr-FR" cap="small" dirty="0"/>
              <a:t>Rappel : la démarche de transition en Pays de la Loire – les étapes</a:t>
            </a:r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2B27A07F-82B9-4C45-AA32-6B32154544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E8F7F0-C5B7-4E9B-9302-0DABCAE046B6}" type="slidenum">
              <a:rPr lang="fr-FR" smtClean="0"/>
              <a:t>1</a:t>
            </a:fld>
            <a:endParaRPr lang="fr-FR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4481822C-FFA2-2071-3803-C0C3214C8038}"/>
              </a:ext>
            </a:extLst>
          </p:cNvPr>
          <p:cNvSpPr txBox="1"/>
          <p:nvPr/>
        </p:nvSpPr>
        <p:spPr>
          <a:xfrm>
            <a:off x="297681" y="6572533"/>
            <a:ext cx="429608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1200" dirty="0"/>
              <a:t>CAPDL – SC85 – 12/10/2023</a:t>
            </a:r>
          </a:p>
        </p:txBody>
      </p:sp>
      <p:graphicFrame>
        <p:nvGraphicFramePr>
          <p:cNvPr id="10" name="Espace réservé du contenu 9">
            <a:extLst>
              <a:ext uri="{FF2B5EF4-FFF2-40B4-BE49-F238E27FC236}">
                <a16:creationId xmlns:a16="http://schemas.microsoft.com/office/drawing/2014/main" id="{7F9AF6F0-0B4F-8549-B465-04EF53CBD3A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00844037"/>
              </p:ext>
            </p:extLst>
          </p:nvPr>
        </p:nvGraphicFramePr>
        <p:xfrm>
          <a:off x="1062038" y="1476375"/>
          <a:ext cx="10291762" cy="499544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9521435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re 5">
            <a:extLst>
              <a:ext uri="{FF2B5EF4-FFF2-40B4-BE49-F238E27FC236}">
                <a16:creationId xmlns:a16="http://schemas.microsoft.com/office/drawing/2014/main" id="{F7C30C50-308E-4A6E-B91F-AE699058EA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200" y="263976"/>
            <a:ext cx="10980000" cy="864000"/>
          </a:xfrm>
        </p:spPr>
        <p:txBody>
          <a:bodyPr>
            <a:normAutofit/>
          </a:bodyPr>
          <a:lstStyle/>
          <a:p>
            <a:r>
              <a:rPr lang="fr-FR" cap="small" dirty="0"/>
              <a:t>La formation obligatoire : 2 temps</a:t>
            </a:r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2B27A07F-82B9-4C45-AA32-6B32154544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E8F7F0-C5B7-4E9B-9302-0DABCAE046B6}" type="slidenum">
              <a:rPr lang="fr-FR" smtClean="0"/>
              <a:t>2</a:t>
            </a:fld>
            <a:endParaRPr lang="fr-FR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4481822C-FFA2-2071-3803-C0C3214C8038}"/>
              </a:ext>
            </a:extLst>
          </p:cNvPr>
          <p:cNvSpPr txBox="1"/>
          <p:nvPr/>
        </p:nvSpPr>
        <p:spPr>
          <a:xfrm>
            <a:off x="297681" y="6572533"/>
            <a:ext cx="429608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1200" dirty="0"/>
              <a:t>CAPDL – SC85 – 12/10/2023</a:t>
            </a:r>
          </a:p>
        </p:txBody>
      </p:sp>
      <p:graphicFrame>
        <p:nvGraphicFramePr>
          <p:cNvPr id="10" name="Espace réservé du contenu 9">
            <a:extLst>
              <a:ext uri="{FF2B5EF4-FFF2-40B4-BE49-F238E27FC236}">
                <a16:creationId xmlns:a16="http://schemas.microsoft.com/office/drawing/2014/main" id="{7F9AF6F0-0B4F-8549-B465-04EF53CBD3A1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268324" y="1593383"/>
          <a:ext cx="10709752" cy="511764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pSp>
        <p:nvGrpSpPr>
          <p:cNvPr id="7" name="Groupe 6">
            <a:extLst>
              <a:ext uri="{FF2B5EF4-FFF2-40B4-BE49-F238E27FC236}">
                <a16:creationId xmlns:a16="http://schemas.microsoft.com/office/drawing/2014/main" id="{FE361ED2-4218-074C-7C96-DBC4BEC2953C}"/>
              </a:ext>
            </a:extLst>
          </p:cNvPr>
          <p:cNvGrpSpPr/>
          <p:nvPr/>
        </p:nvGrpSpPr>
        <p:grpSpPr>
          <a:xfrm>
            <a:off x="4515277" y="3428999"/>
            <a:ext cx="576209" cy="580193"/>
            <a:chOff x="3998118" y="2851150"/>
            <a:chExt cx="1147763" cy="1155700"/>
          </a:xfrm>
          <a:solidFill>
            <a:srgbClr val="E5232A"/>
          </a:solidFill>
        </p:grpSpPr>
        <p:grpSp>
          <p:nvGrpSpPr>
            <p:cNvPr id="8" name="Groupe 7">
              <a:extLst>
                <a:ext uri="{FF2B5EF4-FFF2-40B4-BE49-F238E27FC236}">
                  <a16:creationId xmlns:a16="http://schemas.microsoft.com/office/drawing/2014/main" id="{79C7EAFD-28FD-F06A-9EF0-54F552298F00}"/>
                </a:ext>
              </a:extLst>
            </p:cNvPr>
            <p:cNvGrpSpPr/>
            <p:nvPr/>
          </p:nvGrpSpPr>
          <p:grpSpPr>
            <a:xfrm>
              <a:off x="4211960" y="3108863"/>
              <a:ext cx="720080" cy="640274"/>
              <a:chOff x="7721600" y="3335338"/>
              <a:chExt cx="630238" cy="560389"/>
            </a:xfrm>
            <a:grpFill/>
          </p:grpSpPr>
          <p:sp>
            <p:nvSpPr>
              <p:cNvPr id="11" name="Line 201">
                <a:extLst>
                  <a:ext uri="{FF2B5EF4-FFF2-40B4-BE49-F238E27FC236}">
                    <a16:creationId xmlns:a16="http://schemas.microsoft.com/office/drawing/2014/main" id="{F3A60354-D50A-CF42-CD32-8E4839472FE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956550" y="3721101"/>
                <a:ext cx="0" cy="0"/>
              </a:xfrm>
              <a:prstGeom prst="lin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 b="1">
                  <a:ln>
                    <a:solidFill>
                      <a:srgbClr val="E41B1B"/>
                    </a:solidFill>
                  </a:ln>
                  <a:solidFill>
                    <a:srgbClr val="E41B1B"/>
                  </a:solidFill>
                </a:endParaRPr>
              </a:p>
            </p:txBody>
          </p:sp>
          <p:sp>
            <p:nvSpPr>
              <p:cNvPr id="12" name="Line 202">
                <a:extLst>
                  <a:ext uri="{FF2B5EF4-FFF2-40B4-BE49-F238E27FC236}">
                    <a16:creationId xmlns:a16="http://schemas.microsoft.com/office/drawing/2014/main" id="{FCCB75CD-935D-EAB9-EC0C-AFEDD046BF3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956550" y="3721101"/>
                <a:ext cx="0" cy="0"/>
              </a:xfrm>
              <a:prstGeom prst="lin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 b="1">
                  <a:ln>
                    <a:solidFill>
                      <a:srgbClr val="E41B1B"/>
                    </a:solidFill>
                  </a:ln>
                  <a:solidFill>
                    <a:srgbClr val="E41B1B"/>
                  </a:solidFill>
                </a:endParaRPr>
              </a:p>
            </p:txBody>
          </p:sp>
          <p:sp>
            <p:nvSpPr>
              <p:cNvPr id="13" name="Freeform 203">
                <a:extLst>
                  <a:ext uri="{FF2B5EF4-FFF2-40B4-BE49-F238E27FC236}">
                    <a16:creationId xmlns:a16="http://schemas.microsoft.com/office/drawing/2014/main" id="{93474808-A287-3275-1198-84407D19E0DA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804150" y="3405189"/>
                <a:ext cx="212725" cy="277813"/>
              </a:xfrm>
              <a:custGeom>
                <a:avLst/>
                <a:gdLst>
                  <a:gd name="T0" fmla="*/ 58 w 134"/>
                  <a:gd name="T1" fmla="*/ 175 h 175"/>
                  <a:gd name="T2" fmla="*/ 47 w 134"/>
                  <a:gd name="T3" fmla="*/ 174 h 175"/>
                  <a:gd name="T4" fmla="*/ 37 w 134"/>
                  <a:gd name="T5" fmla="*/ 171 h 175"/>
                  <a:gd name="T6" fmla="*/ 17 w 134"/>
                  <a:gd name="T7" fmla="*/ 152 h 175"/>
                  <a:gd name="T8" fmla="*/ 8 w 134"/>
                  <a:gd name="T9" fmla="*/ 134 h 175"/>
                  <a:gd name="T10" fmla="*/ 0 w 134"/>
                  <a:gd name="T11" fmla="*/ 71 h 175"/>
                  <a:gd name="T12" fmla="*/ 0 w 134"/>
                  <a:gd name="T13" fmla="*/ 58 h 175"/>
                  <a:gd name="T14" fmla="*/ 8 w 134"/>
                  <a:gd name="T15" fmla="*/ 33 h 175"/>
                  <a:gd name="T16" fmla="*/ 17 w 134"/>
                  <a:gd name="T17" fmla="*/ 22 h 175"/>
                  <a:gd name="T18" fmla="*/ 39 w 134"/>
                  <a:gd name="T19" fmla="*/ 5 h 175"/>
                  <a:gd name="T20" fmla="*/ 66 w 134"/>
                  <a:gd name="T21" fmla="*/ 0 h 175"/>
                  <a:gd name="T22" fmla="*/ 81 w 134"/>
                  <a:gd name="T23" fmla="*/ 1 h 175"/>
                  <a:gd name="T24" fmla="*/ 107 w 134"/>
                  <a:gd name="T25" fmla="*/ 13 h 175"/>
                  <a:gd name="T26" fmla="*/ 118 w 134"/>
                  <a:gd name="T27" fmla="*/ 23 h 175"/>
                  <a:gd name="T28" fmla="*/ 131 w 134"/>
                  <a:gd name="T29" fmla="*/ 45 h 175"/>
                  <a:gd name="T30" fmla="*/ 134 w 134"/>
                  <a:gd name="T31" fmla="*/ 71 h 175"/>
                  <a:gd name="T32" fmla="*/ 129 w 134"/>
                  <a:gd name="T33" fmla="*/ 131 h 175"/>
                  <a:gd name="T34" fmla="*/ 125 w 134"/>
                  <a:gd name="T35" fmla="*/ 143 h 175"/>
                  <a:gd name="T36" fmla="*/ 104 w 134"/>
                  <a:gd name="T37" fmla="*/ 165 h 175"/>
                  <a:gd name="T38" fmla="*/ 91 w 134"/>
                  <a:gd name="T39" fmla="*/ 172 h 175"/>
                  <a:gd name="T40" fmla="*/ 75 w 134"/>
                  <a:gd name="T41" fmla="*/ 175 h 175"/>
                  <a:gd name="T42" fmla="*/ 66 w 134"/>
                  <a:gd name="T43" fmla="*/ 13 h 175"/>
                  <a:gd name="T44" fmla="*/ 55 w 134"/>
                  <a:gd name="T45" fmla="*/ 14 h 175"/>
                  <a:gd name="T46" fmla="*/ 34 w 134"/>
                  <a:gd name="T47" fmla="*/ 23 h 175"/>
                  <a:gd name="T48" fmla="*/ 25 w 134"/>
                  <a:gd name="T49" fmla="*/ 30 h 175"/>
                  <a:gd name="T50" fmla="*/ 15 w 134"/>
                  <a:gd name="T51" fmla="*/ 49 h 175"/>
                  <a:gd name="T52" fmla="*/ 14 w 134"/>
                  <a:gd name="T53" fmla="*/ 70 h 175"/>
                  <a:gd name="T54" fmla="*/ 19 w 134"/>
                  <a:gd name="T55" fmla="*/ 127 h 175"/>
                  <a:gd name="T56" fmla="*/ 27 w 134"/>
                  <a:gd name="T57" fmla="*/ 145 h 175"/>
                  <a:gd name="T58" fmla="*/ 43 w 134"/>
                  <a:gd name="T59" fmla="*/ 159 h 175"/>
                  <a:gd name="T60" fmla="*/ 50 w 134"/>
                  <a:gd name="T61" fmla="*/ 162 h 175"/>
                  <a:gd name="T62" fmla="*/ 75 w 134"/>
                  <a:gd name="T63" fmla="*/ 162 h 175"/>
                  <a:gd name="T64" fmla="*/ 81 w 134"/>
                  <a:gd name="T65" fmla="*/ 162 h 175"/>
                  <a:gd name="T66" fmla="*/ 87 w 134"/>
                  <a:gd name="T67" fmla="*/ 161 h 175"/>
                  <a:gd name="T68" fmla="*/ 106 w 134"/>
                  <a:gd name="T69" fmla="*/ 148 h 175"/>
                  <a:gd name="T70" fmla="*/ 116 w 134"/>
                  <a:gd name="T71" fmla="*/ 129 h 175"/>
                  <a:gd name="T72" fmla="*/ 121 w 134"/>
                  <a:gd name="T73" fmla="*/ 70 h 175"/>
                  <a:gd name="T74" fmla="*/ 119 w 134"/>
                  <a:gd name="T75" fmla="*/ 49 h 175"/>
                  <a:gd name="T76" fmla="*/ 109 w 134"/>
                  <a:gd name="T77" fmla="*/ 32 h 175"/>
                  <a:gd name="T78" fmla="*/ 100 w 134"/>
                  <a:gd name="T79" fmla="*/ 23 h 175"/>
                  <a:gd name="T80" fmla="*/ 78 w 134"/>
                  <a:gd name="T81" fmla="*/ 14 h 175"/>
                  <a:gd name="T82" fmla="*/ 66 w 134"/>
                  <a:gd name="T83" fmla="*/ 13 h 1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</a:cxnLst>
                <a:rect l="0" t="0" r="r" b="b"/>
                <a:pathLst>
                  <a:path w="134" h="175">
                    <a:moveTo>
                      <a:pt x="75" y="175"/>
                    </a:moveTo>
                    <a:lnTo>
                      <a:pt x="58" y="175"/>
                    </a:lnTo>
                    <a:lnTo>
                      <a:pt x="58" y="175"/>
                    </a:lnTo>
                    <a:lnTo>
                      <a:pt x="47" y="174"/>
                    </a:lnTo>
                    <a:lnTo>
                      <a:pt x="37" y="171"/>
                    </a:lnTo>
                    <a:lnTo>
                      <a:pt x="37" y="171"/>
                    </a:lnTo>
                    <a:lnTo>
                      <a:pt x="25" y="162"/>
                    </a:lnTo>
                    <a:lnTo>
                      <a:pt x="17" y="152"/>
                    </a:lnTo>
                    <a:lnTo>
                      <a:pt x="9" y="140"/>
                    </a:lnTo>
                    <a:lnTo>
                      <a:pt x="8" y="134"/>
                    </a:lnTo>
                    <a:lnTo>
                      <a:pt x="6" y="129"/>
                    </a:lnTo>
                    <a:lnTo>
                      <a:pt x="0" y="71"/>
                    </a:lnTo>
                    <a:lnTo>
                      <a:pt x="0" y="71"/>
                    </a:lnTo>
                    <a:lnTo>
                      <a:pt x="0" y="58"/>
                    </a:lnTo>
                    <a:lnTo>
                      <a:pt x="3" y="45"/>
                    </a:lnTo>
                    <a:lnTo>
                      <a:pt x="8" y="33"/>
                    </a:lnTo>
                    <a:lnTo>
                      <a:pt x="17" y="22"/>
                    </a:lnTo>
                    <a:lnTo>
                      <a:pt x="17" y="22"/>
                    </a:lnTo>
                    <a:lnTo>
                      <a:pt x="27" y="13"/>
                    </a:lnTo>
                    <a:lnTo>
                      <a:pt x="39" y="5"/>
                    </a:lnTo>
                    <a:lnTo>
                      <a:pt x="52" y="1"/>
                    </a:lnTo>
                    <a:lnTo>
                      <a:pt x="66" y="0"/>
                    </a:lnTo>
                    <a:lnTo>
                      <a:pt x="66" y="0"/>
                    </a:lnTo>
                    <a:lnTo>
                      <a:pt x="81" y="1"/>
                    </a:lnTo>
                    <a:lnTo>
                      <a:pt x="94" y="5"/>
                    </a:lnTo>
                    <a:lnTo>
                      <a:pt x="107" y="13"/>
                    </a:lnTo>
                    <a:lnTo>
                      <a:pt x="118" y="23"/>
                    </a:lnTo>
                    <a:lnTo>
                      <a:pt x="118" y="23"/>
                    </a:lnTo>
                    <a:lnTo>
                      <a:pt x="126" y="33"/>
                    </a:lnTo>
                    <a:lnTo>
                      <a:pt x="131" y="45"/>
                    </a:lnTo>
                    <a:lnTo>
                      <a:pt x="134" y="57"/>
                    </a:lnTo>
                    <a:lnTo>
                      <a:pt x="134" y="71"/>
                    </a:lnTo>
                    <a:lnTo>
                      <a:pt x="129" y="131"/>
                    </a:lnTo>
                    <a:lnTo>
                      <a:pt x="129" y="131"/>
                    </a:lnTo>
                    <a:lnTo>
                      <a:pt x="126" y="137"/>
                    </a:lnTo>
                    <a:lnTo>
                      <a:pt x="125" y="143"/>
                    </a:lnTo>
                    <a:lnTo>
                      <a:pt x="116" y="155"/>
                    </a:lnTo>
                    <a:lnTo>
                      <a:pt x="104" y="165"/>
                    </a:lnTo>
                    <a:lnTo>
                      <a:pt x="91" y="172"/>
                    </a:lnTo>
                    <a:lnTo>
                      <a:pt x="91" y="172"/>
                    </a:lnTo>
                    <a:lnTo>
                      <a:pt x="84" y="175"/>
                    </a:lnTo>
                    <a:lnTo>
                      <a:pt x="75" y="175"/>
                    </a:lnTo>
                    <a:lnTo>
                      <a:pt x="75" y="175"/>
                    </a:lnTo>
                    <a:close/>
                    <a:moveTo>
                      <a:pt x="66" y="13"/>
                    </a:moveTo>
                    <a:lnTo>
                      <a:pt x="66" y="13"/>
                    </a:lnTo>
                    <a:lnTo>
                      <a:pt x="55" y="14"/>
                    </a:lnTo>
                    <a:lnTo>
                      <a:pt x="44" y="17"/>
                    </a:lnTo>
                    <a:lnTo>
                      <a:pt x="34" y="23"/>
                    </a:lnTo>
                    <a:lnTo>
                      <a:pt x="25" y="30"/>
                    </a:lnTo>
                    <a:lnTo>
                      <a:pt x="25" y="30"/>
                    </a:lnTo>
                    <a:lnTo>
                      <a:pt x="19" y="39"/>
                    </a:lnTo>
                    <a:lnTo>
                      <a:pt x="15" y="49"/>
                    </a:lnTo>
                    <a:lnTo>
                      <a:pt x="14" y="60"/>
                    </a:lnTo>
                    <a:lnTo>
                      <a:pt x="14" y="70"/>
                    </a:lnTo>
                    <a:lnTo>
                      <a:pt x="19" y="127"/>
                    </a:lnTo>
                    <a:lnTo>
                      <a:pt x="19" y="127"/>
                    </a:lnTo>
                    <a:lnTo>
                      <a:pt x="22" y="136"/>
                    </a:lnTo>
                    <a:lnTo>
                      <a:pt x="27" y="145"/>
                    </a:lnTo>
                    <a:lnTo>
                      <a:pt x="34" y="152"/>
                    </a:lnTo>
                    <a:lnTo>
                      <a:pt x="43" y="159"/>
                    </a:lnTo>
                    <a:lnTo>
                      <a:pt x="43" y="159"/>
                    </a:lnTo>
                    <a:lnTo>
                      <a:pt x="50" y="162"/>
                    </a:lnTo>
                    <a:lnTo>
                      <a:pt x="58" y="162"/>
                    </a:lnTo>
                    <a:lnTo>
                      <a:pt x="75" y="162"/>
                    </a:lnTo>
                    <a:lnTo>
                      <a:pt x="75" y="162"/>
                    </a:lnTo>
                    <a:lnTo>
                      <a:pt x="81" y="162"/>
                    </a:lnTo>
                    <a:lnTo>
                      <a:pt x="87" y="161"/>
                    </a:lnTo>
                    <a:lnTo>
                      <a:pt x="87" y="161"/>
                    </a:lnTo>
                    <a:lnTo>
                      <a:pt x="97" y="155"/>
                    </a:lnTo>
                    <a:lnTo>
                      <a:pt x="106" y="148"/>
                    </a:lnTo>
                    <a:lnTo>
                      <a:pt x="112" y="139"/>
                    </a:lnTo>
                    <a:lnTo>
                      <a:pt x="116" y="129"/>
                    </a:lnTo>
                    <a:lnTo>
                      <a:pt x="121" y="70"/>
                    </a:lnTo>
                    <a:lnTo>
                      <a:pt x="121" y="70"/>
                    </a:lnTo>
                    <a:lnTo>
                      <a:pt x="121" y="58"/>
                    </a:lnTo>
                    <a:lnTo>
                      <a:pt x="119" y="49"/>
                    </a:lnTo>
                    <a:lnTo>
                      <a:pt x="115" y="39"/>
                    </a:lnTo>
                    <a:lnTo>
                      <a:pt x="109" y="32"/>
                    </a:lnTo>
                    <a:lnTo>
                      <a:pt x="109" y="32"/>
                    </a:lnTo>
                    <a:lnTo>
                      <a:pt x="100" y="23"/>
                    </a:lnTo>
                    <a:lnTo>
                      <a:pt x="90" y="19"/>
                    </a:lnTo>
                    <a:lnTo>
                      <a:pt x="78" y="14"/>
                    </a:lnTo>
                    <a:lnTo>
                      <a:pt x="66" y="13"/>
                    </a:lnTo>
                    <a:lnTo>
                      <a:pt x="66" y="1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 b="1">
                  <a:ln>
                    <a:solidFill>
                      <a:srgbClr val="E41B1B"/>
                    </a:solidFill>
                  </a:ln>
                  <a:solidFill>
                    <a:srgbClr val="E41B1B"/>
                  </a:solidFill>
                </a:endParaRPr>
              </a:p>
            </p:txBody>
          </p:sp>
          <p:sp>
            <p:nvSpPr>
              <p:cNvPr id="14" name="Freeform 204">
                <a:extLst>
                  <a:ext uri="{FF2B5EF4-FFF2-40B4-BE49-F238E27FC236}">
                    <a16:creationId xmlns:a16="http://schemas.microsoft.com/office/drawing/2014/main" id="{6327575B-06F6-FF18-5E2C-64BF1776600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823200" y="3444876"/>
                <a:ext cx="163513" cy="77788"/>
              </a:xfrm>
              <a:custGeom>
                <a:avLst/>
                <a:gdLst>
                  <a:gd name="T0" fmla="*/ 97 w 103"/>
                  <a:gd name="T1" fmla="*/ 49 h 49"/>
                  <a:gd name="T2" fmla="*/ 97 w 103"/>
                  <a:gd name="T3" fmla="*/ 49 h 49"/>
                  <a:gd name="T4" fmla="*/ 95 w 103"/>
                  <a:gd name="T5" fmla="*/ 49 h 49"/>
                  <a:gd name="T6" fmla="*/ 95 w 103"/>
                  <a:gd name="T7" fmla="*/ 49 h 49"/>
                  <a:gd name="T8" fmla="*/ 87 w 103"/>
                  <a:gd name="T9" fmla="*/ 46 h 49"/>
                  <a:gd name="T10" fmla="*/ 79 w 103"/>
                  <a:gd name="T11" fmla="*/ 41 h 49"/>
                  <a:gd name="T12" fmla="*/ 73 w 103"/>
                  <a:gd name="T13" fmla="*/ 35 h 49"/>
                  <a:gd name="T14" fmla="*/ 69 w 103"/>
                  <a:gd name="T15" fmla="*/ 27 h 49"/>
                  <a:gd name="T16" fmla="*/ 69 w 103"/>
                  <a:gd name="T17" fmla="*/ 27 h 49"/>
                  <a:gd name="T18" fmla="*/ 62 w 103"/>
                  <a:gd name="T19" fmla="*/ 35 h 49"/>
                  <a:gd name="T20" fmla="*/ 51 w 103"/>
                  <a:gd name="T21" fmla="*/ 39 h 49"/>
                  <a:gd name="T22" fmla="*/ 41 w 103"/>
                  <a:gd name="T23" fmla="*/ 43 h 49"/>
                  <a:gd name="T24" fmla="*/ 31 w 103"/>
                  <a:gd name="T25" fmla="*/ 45 h 49"/>
                  <a:gd name="T26" fmla="*/ 15 w 103"/>
                  <a:gd name="T27" fmla="*/ 48 h 49"/>
                  <a:gd name="T28" fmla="*/ 7 w 103"/>
                  <a:gd name="T29" fmla="*/ 49 h 49"/>
                  <a:gd name="T30" fmla="*/ 7 w 103"/>
                  <a:gd name="T31" fmla="*/ 49 h 49"/>
                  <a:gd name="T32" fmla="*/ 5 w 103"/>
                  <a:gd name="T33" fmla="*/ 49 h 49"/>
                  <a:gd name="T34" fmla="*/ 3 w 103"/>
                  <a:gd name="T35" fmla="*/ 48 h 49"/>
                  <a:gd name="T36" fmla="*/ 2 w 103"/>
                  <a:gd name="T37" fmla="*/ 45 h 49"/>
                  <a:gd name="T38" fmla="*/ 0 w 103"/>
                  <a:gd name="T39" fmla="*/ 43 h 49"/>
                  <a:gd name="T40" fmla="*/ 0 w 103"/>
                  <a:gd name="T41" fmla="*/ 43 h 49"/>
                  <a:gd name="T42" fmla="*/ 2 w 103"/>
                  <a:gd name="T43" fmla="*/ 41 h 49"/>
                  <a:gd name="T44" fmla="*/ 3 w 103"/>
                  <a:gd name="T45" fmla="*/ 38 h 49"/>
                  <a:gd name="T46" fmla="*/ 5 w 103"/>
                  <a:gd name="T47" fmla="*/ 36 h 49"/>
                  <a:gd name="T48" fmla="*/ 7 w 103"/>
                  <a:gd name="T49" fmla="*/ 36 h 49"/>
                  <a:gd name="T50" fmla="*/ 7 w 103"/>
                  <a:gd name="T51" fmla="*/ 36 h 49"/>
                  <a:gd name="T52" fmla="*/ 15 w 103"/>
                  <a:gd name="T53" fmla="*/ 36 h 49"/>
                  <a:gd name="T54" fmla="*/ 31 w 103"/>
                  <a:gd name="T55" fmla="*/ 32 h 49"/>
                  <a:gd name="T56" fmla="*/ 41 w 103"/>
                  <a:gd name="T57" fmla="*/ 29 h 49"/>
                  <a:gd name="T58" fmla="*/ 51 w 103"/>
                  <a:gd name="T59" fmla="*/ 24 h 49"/>
                  <a:gd name="T60" fmla="*/ 60 w 103"/>
                  <a:gd name="T61" fmla="*/ 20 h 49"/>
                  <a:gd name="T62" fmla="*/ 66 w 103"/>
                  <a:gd name="T63" fmla="*/ 13 h 49"/>
                  <a:gd name="T64" fmla="*/ 73 w 103"/>
                  <a:gd name="T65" fmla="*/ 0 h 49"/>
                  <a:gd name="T66" fmla="*/ 78 w 103"/>
                  <a:gd name="T67" fmla="*/ 14 h 49"/>
                  <a:gd name="T68" fmla="*/ 78 w 103"/>
                  <a:gd name="T69" fmla="*/ 14 h 49"/>
                  <a:gd name="T70" fmla="*/ 81 w 103"/>
                  <a:gd name="T71" fmla="*/ 20 h 49"/>
                  <a:gd name="T72" fmla="*/ 84 w 103"/>
                  <a:gd name="T73" fmla="*/ 26 h 49"/>
                  <a:gd name="T74" fmla="*/ 89 w 103"/>
                  <a:gd name="T75" fmla="*/ 33 h 49"/>
                  <a:gd name="T76" fmla="*/ 94 w 103"/>
                  <a:gd name="T77" fmla="*/ 35 h 49"/>
                  <a:gd name="T78" fmla="*/ 98 w 103"/>
                  <a:gd name="T79" fmla="*/ 36 h 49"/>
                  <a:gd name="T80" fmla="*/ 98 w 103"/>
                  <a:gd name="T81" fmla="*/ 36 h 49"/>
                  <a:gd name="T82" fmla="*/ 100 w 103"/>
                  <a:gd name="T83" fmla="*/ 38 h 49"/>
                  <a:gd name="T84" fmla="*/ 103 w 103"/>
                  <a:gd name="T85" fmla="*/ 39 h 49"/>
                  <a:gd name="T86" fmla="*/ 103 w 103"/>
                  <a:gd name="T87" fmla="*/ 41 h 49"/>
                  <a:gd name="T88" fmla="*/ 103 w 103"/>
                  <a:gd name="T89" fmla="*/ 43 h 49"/>
                  <a:gd name="T90" fmla="*/ 103 w 103"/>
                  <a:gd name="T91" fmla="*/ 43 h 49"/>
                  <a:gd name="T92" fmla="*/ 101 w 103"/>
                  <a:gd name="T93" fmla="*/ 48 h 49"/>
                  <a:gd name="T94" fmla="*/ 97 w 103"/>
                  <a:gd name="T95" fmla="*/ 49 h 49"/>
                  <a:gd name="T96" fmla="*/ 97 w 103"/>
                  <a:gd name="T97" fmla="*/ 49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</a:cxnLst>
                <a:rect l="0" t="0" r="r" b="b"/>
                <a:pathLst>
                  <a:path w="103" h="49">
                    <a:moveTo>
                      <a:pt x="97" y="49"/>
                    </a:moveTo>
                    <a:lnTo>
                      <a:pt x="97" y="49"/>
                    </a:lnTo>
                    <a:lnTo>
                      <a:pt x="95" y="49"/>
                    </a:lnTo>
                    <a:lnTo>
                      <a:pt x="95" y="49"/>
                    </a:lnTo>
                    <a:lnTo>
                      <a:pt x="87" y="46"/>
                    </a:lnTo>
                    <a:lnTo>
                      <a:pt x="79" y="41"/>
                    </a:lnTo>
                    <a:lnTo>
                      <a:pt x="73" y="35"/>
                    </a:lnTo>
                    <a:lnTo>
                      <a:pt x="69" y="27"/>
                    </a:lnTo>
                    <a:lnTo>
                      <a:pt x="69" y="27"/>
                    </a:lnTo>
                    <a:lnTo>
                      <a:pt x="62" y="35"/>
                    </a:lnTo>
                    <a:lnTo>
                      <a:pt x="51" y="39"/>
                    </a:lnTo>
                    <a:lnTo>
                      <a:pt x="41" y="43"/>
                    </a:lnTo>
                    <a:lnTo>
                      <a:pt x="31" y="45"/>
                    </a:lnTo>
                    <a:lnTo>
                      <a:pt x="15" y="48"/>
                    </a:lnTo>
                    <a:lnTo>
                      <a:pt x="7" y="49"/>
                    </a:lnTo>
                    <a:lnTo>
                      <a:pt x="7" y="49"/>
                    </a:lnTo>
                    <a:lnTo>
                      <a:pt x="5" y="49"/>
                    </a:lnTo>
                    <a:lnTo>
                      <a:pt x="3" y="48"/>
                    </a:lnTo>
                    <a:lnTo>
                      <a:pt x="2" y="45"/>
                    </a:lnTo>
                    <a:lnTo>
                      <a:pt x="0" y="43"/>
                    </a:lnTo>
                    <a:lnTo>
                      <a:pt x="0" y="43"/>
                    </a:lnTo>
                    <a:lnTo>
                      <a:pt x="2" y="41"/>
                    </a:lnTo>
                    <a:lnTo>
                      <a:pt x="3" y="38"/>
                    </a:lnTo>
                    <a:lnTo>
                      <a:pt x="5" y="36"/>
                    </a:lnTo>
                    <a:lnTo>
                      <a:pt x="7" y="36"/>
                    </a:lnTo>
                    <a:lnTo>
                      <a:pt x="7" y="36"/>
                    </a:lnTo>
                    <a:lnTo>
                      <a:pt x="15" y="36"/>
                    </a:lnTo>
                    <a:lnTo>
                      <a:pt x="31" y="32"/>
                    </a:lnTo>
                    <a:lnTo>
                      <a:pt x="41" y="29"/>
                    </a:lnTo>
                    <a:lnTo>
                      <a:pt x="51" y="24"/>
                    </a:lnTo>
                    <a:lnTo>
                      <a:pt x="60" y="20"/>
                    </a:lnTo>
                    <a:lnTo>
                      <a:pt x="66" y="13"/>
                    </a:lnTo>
                    <a:lnTo>
                      <a:pt x="73" y="0"/>
                    </a:lnTo>
                    <a:lnTo>
                      <a:pt x="78" y="14"/>
                    </a:lnTo>
                    <a:lnTo>
                      <a:pt x="78" y="14"/>
                    </a:lnTo>
                    <a:lnTo>
                      <a:pt x="81" y="20"/>
                    </a:lnTo>
                    <a:lnTo>
                      <a:pt x="84" y="26"/>
                    </a:lnTo>
                    <a:lnTo>
                      <a:pt x="89" y="33"/>
                    </a:lnTo>
                    <a:lnTo>
                      <a:pt x="94" y="35"/>
                    </a:lnTo>
                    <a:lnTo>
                      <a:pt x="98" y="36"/>
                    </a:lnTo>
                    <a:lnTo>
                      <a:pt x="98" y="36"/>
                    </a:lnTo>
                    <a:lnTo>
                      <a:pt x="100" y="38"/>
                    </a:lnTo>
                    <a:lnTo>
                      <a:pt x="103" y="39"/>
                    </a:lnTo>
                    <a:lnTo>
                      <a:pt x="103" y="41"/>
                    </a:lnTo>
                    <a:lnTo>
                      <a:pt x="103" y="43"/>
                    </a:lnTo>
                    <a:lnTo>
                      <a:pt x="103" y="43"/>
                    </a:lnTo>
                    <a:lnTo>
                      <a:pt x="101" y="48"/>
                    </a:lnTo>
                    <a:lnTo>
                      <a:pt x="97" y="49"/>
                    </a:lnTo>
                    <a:lnTo>
                      <a:pt x="97" y="4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 b="1">
                  <a:ln>
                    <a:solidFill>
                      <a:srgbClr val="E41B1B"/>
                    </a:solidFill>
                  </a:ln>
                  <a:solidFill>
                    <a:srgbClr val="E41B1B"/>
                  </a:solidFill>
                </a:endParaRPr>
              </a:p>
            </p:txBody>
          </p:sp>
          <p:sp>
            <p:nvSpPr>
              <p:cNvPr id="15" name="Freeform 205">
                <a:extLst>
                  <a:ext uri="{FF2B5EF4-FFF2-40B4-BE49-F238E27FC236}">
                    <a16:creationId xmlns:a16="http://schemas.microsoft.com/office/drawing/2014/main" id="{E7CD42D7-27C6-36DE-8779-C0A66DACFD90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721600" y="3690939"/>
                <a:ext cx="376238" cy="204788"/>
              </a:xfrm>
              <a:custGeom>
                <a:avLst/>
                <a:gdLst>
                  <a:gd name="T0" fmla="*/ 7 w 237"/>
                  <a:gd name="T1" fmla="*/ 129 h 129"/>
                  <a:gd name="T2" fmla="*/ 4 w 237"/>
                  <a:gd name="T3" fmla="*/ 129 h 129"/>
                  <a:gd name="T4" fmla="*/ 1 w 237"/>
                  <a:gd name="T5" fmla="*/ 126 h 129"/>
                  <a:gd name="T6" fmla="*/ 0 w 237"/>
                  <a:gd name="T7" fmla="*/ 69 h 129"/>
                  <a:gd name="T8" fmla="*/ 1 w 237"/>
                  <a:gd name="T9" fmla="*/ 55 h 129"/>
                  <a:gd name="T10" fmla="*/ 10 w 237"/>
                  <a:gd name="T11" fmla="*/ 33 h 129"/>
                  <a:gd name="T12" fmla="*/ 25 w 237"/>
                  <a:gd name="T13" fmla="*/ 16 h 129"/>
                  <a:gd name="T14" fmla="*/ 45 w 237"/>
                  <a:gd name="T15" fmla="*/ 3 h 129"/>
                  <a:gd name="T16" fmla="*/ 57 w 237"/>
                  <a:gd name="T17" fmla="*/ 0 h 129"/>
                  <a:gd name="T18" fmla="*/ 64 w 237"/>
                  <a:gd name="T19" fmla="*/ 3 h 129"/>
                  <a:gd name="T20" fmla="*/ 67 w 237"/>
                  <a:gd name="T21" fmla="*/ 9 h 129"/>
                  <a:gd name="T22" fmla="*/ 77 w 237"/>
                  <a:gd name="T23" fmla="*/ 17 h 129"/>
                  <a:gd name="T24" fmla="*/ 92 w 237"/>
                  <a:gd name="T25" fmla="*/ 23 h 129"/>
                  <a:gd name="T26" fmla="*/ 110 w 237"/>
                  <a:gd name="T27" fmla="*/ 28 h 129"/>
                  <a:gd name="T28" fmla="*/ 118 w 237"/>
                  <a:gd name="T29" fmla="*/ 28 h 129"/>
                  <a:gd name="T30" fmla="*/ 137 w 237"/>
                  <a:gd name="T31" fmla="*/ 26 h 129"/>
                  <a:gd name="T32" fmla="*/ 153 w 237"/>
                  <a:gd name="T33" fmla="*/ 20 h 129"/>
                  <a:gd name="T34" fmla="*/ 167 w 237"/>
                  <a:gd name="T35" fmla="*/ 13 h 129"/>
                  <a:gd name="T36" fmla="*/ 174 w 237"/>
                  <a:gd name="T37" fmla="*/ 4 h 129"/>
                  <a:gd name="T38" fmla="*/ 177 w 237"/>
                  <a:gd name="T39" fmla="*/ 0 h 129"/>
                  <a:gd name="T40" fmla="*/ 181 w 237"/>
                  <a:gd name="T41" fmla="*/ 0 h 129"/>
                  <a:gd name="T42" fmla="*/ 203 w 237"/>
                  <a:gd name="T43" fmla="*/ 9 h 129"/>
                  <a:gd name="T44" fmla="*/ 221 w 237"/>
                  <a:gd name="T45" fmla="*/ 25 h 129"/>
                  <a:gd name="T46" fmla="*/ 231 w 237"/>
                  <a:gd name="T47" fmla="*/ 44 h 129"/>
                  <a:gd name="T48" fmla="*/ 235 w 237"/>
                  <a:gd name="T49" fmla="*/ 67 h 129"/>
                  <a:gd name="T50" fmla="*/ 237 w 237"/>
                  <a:gd name="T51" fmla="*/ 123 h 129"/>
                  <a:gd name="T52" fmla="*/ 235 w 237"/>
                  <a:gd name="T53" fmla="*/ 127 h 129"/>
                  <a:gd name="T54" fmla="*/ 234 w 237"/>
                  <a:gd name="T55" fmla="*/ 129 h 129"/>
                  <a:gd name="T56" fmla="*/ 231 w 237"/>
                  <a:gd name="T57" fmla="*/ 129 h 129"/>
                  <a:gd name="T58" fmla="*/ 224 w 237"/>
                  <a:gd name="T59" fmla="*/ 115 h 129"/>
                  <a:gd name="T60" fmla="*/ 222 w 237"/>
                  <a:gd name="T61" fmla="*/ 67 h 129"/>
                  <a:gd name="T62" fmla="*/ 222 w 237"/>
                  <a:gd name="T63" fmla="*/ 67 h 129"/>
                  <a:gd name="T64" fmla="*/ 219 w 237"/>
                  <a:gd name="T65" fmla="*/ 50 h 129"/>
                  <a:gd name="T66" fmla="*/ 212 w 237"/>
                  <a:gd name="T67" fmla="*/ 33 h 129"/>
                  <a:gd name="T68" fmla="*/ 199 w 237"/>
                  <a:gd name="T69" fmla="*/ 22 h 129"/>
                  <a:gd name="T70" fmla="*/ 183 w 237"/>
                  <a:gd name="T71" fmla="*/ 14 h 129"/>
                  <a:gd name="T72" fmla="*/ 178 w 237"/>
                  <a:gd name="T73" fmla="*/ 20 h 129"/>
                  <a:gd name="T74" fmla="*/ 165 w 237"/>
                  <a:gd name="T75" fmla="*/ 29 h 129"/>
                  <a:gd name="T76" fmla="*/ 149 w 237"/>
                  <a:gd name="T77" fmla="*/ 36 h 129"/>
                  <a:gd name="T78" fmla="*/ 130 w 237"/>
                  <a:gd name="T79" fmla="*/ 41 h 129"/>
                  <a:gd name="T80" fmla="*/ 118 w 237"/>
                  <a:gd name="T81" fmla="*/ 41 h 129"/>
                  <a:gd name="T82" fmla="*/ 98 w 237"/>
                  <a:gd name="T83" fmla="*/ 39 h 129"/>
                  <a:gd name="T84" fmla="*/ 80 w 237"/>
                  <a:gd name="T85" fmla="*/ 33 h 129"/>
                  <a:gd name="T86" fmla="*/ 66 w 237"/>
                  <a:gd name="T87" fmla="*/ 25 h 129"/>
                  <a:gd name="T88" fmla="*/ 54 w 237"/>
                  <a:gd name="T89" fmla="*/ 13 h 129"/>
                  <a:gd name="T90" fmla="*/ 45 w 237"/>
                  <a:gd name="T91" fmla="*/ 17 h 129"/>
                  <a:gd name="T92" fmla="*/ 30 w 237"/>
                  <a:gd name="T93" fmla="*/ 28 h 129"/>
                  <a:gd name="T94" fmla="*/ 20 w 237"/>
                  <a:gd name="T95" fmla="*/ 41 h 129"/>
                  <a:gd name="T96" fmla="*/ 14 w 237"/>
                  <a:gd name="T97" fmla="*/ 58 h 129"/>
                  <a:gd name="T98" fmla="*/ 13 w 237"/>
                  <a:gd name="T99" fmla="*/ 115 h 129"/>
                  <a:gd name="T100" fmla="*/ 235 w 237"/>
                  <a:gd name="T101" fmla="*/ 67 h 1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</a:cxnLst>
                <a:rect l="0" t="0" r="r" b="b"/>
                <a:pathLst>
                  <a:path w="237" h="129">
                    <a:moveTo>
                      <a:pt x="231" y="129"/>
                    </a:moveTo>
                    <a:lnTo>
                      <a:pt x="7" y="129"/>
                    </a:lnTo>
                    <a:lnTo>
                      <a:pt x="7" y="129"/>
                    </a:lnTo>
                    <a:lnTo>
                      <a:pt x="4" y="129"/>
                    </a:lnTo>
                    <a:lnTo>
                      <a:pt x="3" y="127"/>
                    </a:lnTo>
                    <a:lnTo>
                      <a:pt x="1" y="126"/>
                    </a:lnTo>
                    <a:lnTo>
                      <a:pt x="0" y="123"/>
                    </a:lnTo>
                    <a:lnTo>
                      <a:pt x="0" y="69"/>
                    </a:lnTo>
                    <a:lnTo>
                      <a:pt x="0" y="69"/>
                    </a:lnTo>
                    <a:lnTo>
                      <a:pt x="1" y="55"/>
                    </a:lnTo>
                    <a:lnTo>
                      <a:pt x="4" y="44"/>
                    </a:lnTo>
                    <a:lnTo>
                      <a:pt x="10" y="33"/>
                    </a:lnTo>
                    <a:lnTo>
                      <a:pt x="16" y="23"/>
                    </a:lnTo>
                    <a:lnTo>
                      <a:pt x="25" y="16"/>
                    </a:lnTo>
                    <a:lnTo>
                      <a:pt x="33" y="9"/>
                    </a:lnTo>
                    <a:lnTo>
                      <a:pt x="45" y="3"/>
                    </a:lnTo>
                    <a:lnTo>
                      <a:pt x="57" y="0"/>
                    </a:lnTo>
                    <a:lnTo>
                      <a:pt x="57" y="0"/>
                    </a:lnTo>
                    <a:lnTo>
                      <a:pt x="61" y="0"/>
                    </a:lnTo>
                    <a:lnTo>
                      <a:pt x="64" y="3"/>
                    </a:lnTo>
                    <a:lnTo>
                      <a:pt x="64" y="3"/>
                    </a:lnTo>
                    <a:lnTo>
                      <a:pt x="67" y="9"/>
                    </a:lnTo>
                    <a:lnTo>
                      <a:pt x="71" y="13"/>
                    </a:lnTo>
                    <a:lnTo>
                      <a:pt x="77" y="17"/>
                    </a:lnTo>
                    <a:lnTo>
                      <a:pt x="85" y="20"/>
                    </a:lnTo>
                    <a:lnTo>
                      <a:pt x="92" y="23"/>
                    </a:lnTo>
                    <a:lnTo>
                      <a:pt x="101" y="26"/>
                    </a:lnTo>
                    <a:lnTo>
                      <a:pt x="110" y="28"/>
                    </a:lnTo>
                    <a:lnTo>
                      <a:pt x="118" y="28"/>
                    </a:lnTo>
                    <a:lnTo>
                      <a:pt x="118" y="28"/>
                    </a:lnTo>
                    <a:lnTo>
                      <a:pt x="129" y="28"/>
                    </a:lnTo>
                    <a:lnTo>
                      <a:pt x="137" y="26"/>
                    </a:lnTo>
                    <a:lnTo>
                      <a:pt x="146" y="23"/>
                    </a:lnTo>
                    <a:lnTo>
                      <a:pt x="153" y="20"/>
                    </a:lnTo>
                    <a:lnTo>
                      <a:pt x="161" y="17"/>
                    </a:lnTo>
                    <a:lnTo>
                      <a:pt x="167" y="13"/>
                    </a:lnTo>
                    <a:lnTo>
                      <a:pt x="171" y="9"/>
                    </a:lnTo>
                    <a:lnTo>
                      <a:pt x="174" y="4"/>
                    </a:lnTo>
                    <a:lnTo>
                      <a:pt x="174" y="4"/>
                    </a:lnTo>
                    <a:lnTo>
                      <a:pt x="177" y="0"/>
                    </a:lnTo>
                    <a:lnTo>
                      <a:pt x="181" y="0"/>
                    </a:lnTo>
                    <a:lnTo>
                      <a:pt x="181" y="0"/>
                    </a:lnTo>
                    <a:lnTo>
                      <a:pt x="193" y="3"/>
                    </a:lnTo>
                    <a:lnTo>
                      <a:pt x="203" y="9"/>
                    </a:lnTo>
                    <a:lnTo>
                      <a:pt x="212" y="16"/>
                    </a:lnTo>
                    <a:lnTo>
                      <a:pt x="221" y="25"/>
                    </a:lnTo>
                    <a:lnTo>
                      <a:pt x="227" y="33"/>
                    </a:lnTo>
                    <a:lnTo>
                      <a:pt x="231" y="44"/>
                    </a:lnTo>
                    <a:lnTo>
                      <a:pt x="235" y="55"/>
                    </a:lnTo>
                    <a:lnTo>
                      <a:pt x="235" y="67"/>
                    </a:lnTo>
                    <a:lnTo>
                      <a:pt x="237" y="123"/>
                    </a:lnTo>
                    <a:lnTo>
                      <a:pt x="237" y="123"/>
                    </a:lnTo>
                    <a:lnTo>
                      <a:pt x="237" y="126"/>
                    </a:lnTo>
                    <a:lnTo>
                      <a:pt x="235" y="127"/>
                    </a:lnTo>
                    <a:lnTo>
                      <a:pt x="235" y="127"/>
                    </a:lnTo>
                    <a:lnTo>
                      <a:pt x="234" y="129"/>
                    </a:lnTo>
                    <a:lnTo>
                      <a:pt x="231" y="129"/>
                    </a:lnTo>
                    <a:lnTo>
                      <a:pt x="231" y="129"/>
                    </a:lnTo>
                    <a:close/>
                    <a:moveTo>
                      <a:pt x="13" y="115"/>
                    </a:moveTo>
                    <a:lnTo>
                      <a:pt x="224" y="115"/>
                    </a:lnTo>
                    <a:lnTo>
                      <a:pt x="222" y="67"/>
                    </a:lnTo>
                    <a:lnTo>
                      <a:pt x="222" y="67"/>
                    </a:lnTo>
                    <a:lnTo>
                      <a:pt x="222" y="67"/>
                    </a:lnTo>
                    <a:lnTo>
                      <a:pt x="222" y="67"/>
                    </a:lnTo>
                    <a:lnTo>
                      <a:pt x="222" y="58"/>
                    </a:lnTo>
                    <a:lnTo>
                      <a:pt x="219" y="50"/>
                    </a:lnTo>
                    <a:lnTo>
                      <a:pt x="216" y="41"/>
                    </a:lnTo>
                    <a:lnTo>
                      <a:pt x="212" y="33"/>
                    </a:lnTo>
                    <a:lnTo>
                      <a:pt x="206" y="28"/>
                    </a:lnTo>
                    <a:lnTo>
                      <a:pt x="199" y="22"/>
                    </a:lnTo>
                    <a:lnTo>
                      <a:pt x="192" y="17"/>
                    </a:lnTo>
                    <a:lnTo>
                      <a:pt x="183" y="14"/>
                    </a:lnTo>
                    <a:lnTo>
                      <a:pt x="183" y="14"/>
                    </a:lnTo>
                    <a:lnTo>
                      <a:pt x="178" y="20"/>
                    </a:lnTo>
                    <a:lnTo>
                      <a:pt x="173" y="25"/>
                    </a:lnTo>
                    <a:lnTo>
                      <a:pt x="165" y="29"/>
                    </a:lnTo>
                    <a:lnTo>
                      <a:pt x="158" y="33"/>
                    </a:lnTo>
                    <a:lnTo>
                      <a:pt x="149" y="36"/>
                    </a:lnTo>
                    <a:lnTo>
                      <a:pt x="139" y="39"/>
                    </a:lnTo>
                    <a:lnTo>
                      <a:pt x="130" y="41"/>
                    </a:lnTo>
                    <a:lnTo>
                      <a:pt x="118" y="41"/>
                    </a:lnTo>
                    <a:lnTo>
                      <a:pt x="118" y="41"/>
                    </a:lnTo>
                    <a:lnTo>
                      <a:pt x="108" y="41"/>
                    </a:lnTo>
                    <a:lnTo>
                      <a:pt x="98" y="39"/>
                    </a:lnTo>
                    <a:lnTo>
                      <a:pt x="89" y="36"/>
                    </a:lnTo>
                    <a:lnTo>
                      <a:pt x="80" y="33"/>
                    </a:lnTo>
                    <a:lnTo>
                      <a:pt x="71" y="29"/>
                    </a:lnTo>
                    <a:lnTo>
                      <a:pt x="66" y="25"/>
                    </a:lnTo>
                    <a:lnTo>
                      <a:pt x="60" y="19"/>
                    </a:lnTo>
                    <a:lnTo>
                      <a:pt x="54" y="13"/>
                    </a:lnTo>
                    <a:lnTo>
                      <a:pt x="54" y="13"/>
                    </a:lnTo>
                    <a:lnTo>
                      <a:pt x="45" y="17"/>
                    </a:lnTo>
                    <a:lnTo>
                      <a:pt x="38" y="22"/>
                    </a:lnTo>
                    <a:lnTo>
                      <a:pt x="30" y="28"/>
                    </a:lnTo>
                    <a:lnTo>
                      <a:pt x="25" y="33"/>
                    </a:lnTo>
                    <a:lnTo>
                      <a:pt x="20" y="41"/>
                    </a:lnTo>
                    <a:lnTo>
                      <a:pt x="16" y="50"/>
                    </a:lnTo>
                    <a:lnTo>
                      <a:pt x="14" y="58"/>
                    </a:lnTo>
                    <a:lnTo>
                      <a:pt x="13" y="69"/>
                    </a:lnTo>
                    <a:lnTo>
                      <a:pt x="13" y="115"/>
                    </a:lnTo>
                    <a:close/>
                    <a:moveTo>
                      <a:pt x="235" y="67"/>
                    </a:moveTo>
                    <a:lnTo>
                      <a:pt x="235" y="67"/>
                    </a:lnTo>
                    <a:lnTo>
                      <a:pt x="235" y="6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 b="1">
                  <a:ln>
                    <a:solidFill>
                      <a:srgbClr val="E41B1B"/>
                    </a:solidFill>
                  </a:ln>
                  <a:solidFill>
                    <a:srgbClr val="E41B1B"/>
                  </a:solidFill>
                </a:endParaRPr>
              </a:p>
            </p:txBody>
          </p:sp>
          <p:sp>
            <p:nvSpPr>
              <p:cNvPr id="16" name="Freeform 207">
                <a:extLst>
                  <a:ext uri="{FF2B5EF4-FFF2-40B4-BE49-F238E27FC236}">
                    <a16:creationId xmlns:a16="http://schemas.microsoft.com/office/drawing/2014/main" id="{EFE52053-5BAE-3828-07E1-D4109E7CBB8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107363" y="3535363"/>
                <a:ext cx="120650" cy="42863"/>
              </a:xfrm>
              <a:custGeom>
                <a:avLst/>
                <a:gdLst>
                  <a:gd name="T0" fmla="*/ 41 w 76"/>
                  <a:gd name="T1" fmla="*/ 27 h 27"/>
                  <a:gd name="T2" fmla="*/ 41 w 76"/>
                  <a:gd name="T3" fmla="*/ 27 h 27"/>
                  <a:gd name="T4" fmla="*/ 32 w 76"/>
                  <a:gd name="T5" fmla="*/ 27 h 27"/>
                  <a:gd name="T6" fmla="*/ 23 w 76"/>
                  <a:gd name="T7" fmla="*/ 23 h 27"/>
                  <a:gd name="T8" fmla="*/ 13 w 76"/>
                  <a:gd name="T9" fmla="*/ 19 h 27"/>
                  <a:gd name="T10" fmla="*/ 3 w 76"/>
                  <a:gd name="T11" fmla="*/ 10 h 27"/>
                  <a:gd name="T12" fmla="*/ 3 w 76"/>
                  <a:gd name="T13" fmla="*/ 10 h 27"/>
                  <a:gd name="T14" fmla="*/ 1 w 76"/>
                  <a:gd name="T15" fmla="*/ 8 h 27"/>
                  <a:gd name="T16" fmla="*/ 0 w 76"/>
                  <a:gd name="T17" fmla="*/ 7 h 27"/>
                  <a:gd name="T18" fmla="*/ 0 w 76"/>
                  <a:gd name="T19" fmla="*/ 4 h 27"/>
                  <a:gd name="T20" fmla="*/ 1 w 76"/>
                  <a:gd name="T21" fmla="*/ 3 h 27"/>
                  <a:gd name="T22" fmla="*/ 1 w 76"/>
                  <a:gd name="T23" fmla="*/ 3 h 27"/>
                  <a:gd name="T24" fmla="*/ 3 w 76"/>
                  <a:gd name="T25" fmla="*/ 1 h 27"/>
                  <a:gd name="T26" fmla="*/ 6 w 76"/>
                  <a:gd name="T27" fmla="*/ 0 h 27"/>
                  <a:gd name="T28" fmla="*/ 7 w 76"/>
                  <a:gd name="T29" fmla="*/ 0 h 27"/>
                  <a:gd name="T30" fmla="*/ 10 w 76"/>
                  <a:gd name="T31" fmla="*/ 1 h 27"/>
                  <a:gd name="T32" fmla="*/ 10 w 76"/>
                  <a:gd name="T33" fmla="*/ 1 h 27"/>
                  <a:gd name="T34" fmla="*/ 19 w 76"/>
                  <a:gd name="T35" fmla="*/ 8 h 27"/>
                  <a:gd name="T36" fmla="*/ 26 w 76"/>
                  <a:gd name="T37" fmla="*/ 13 h 27"/>
                  <a:gd name="T38" fmla="*/ 34 w 76"/>
                  <a:gd name="T39" fmla="*/ 16 h 27"/>
                  <a:gd name="T40" fmla="*/ 39 w 76"/>
                  <a:gd name="T41" fmla="*/ 17 h 27"/>
                  <a:gd name="T42" fmla="*/ 47 w 76"/>
                  <a:gd name="T43" fmla="*/ 16 h 27"/>
                  <a:gd name="T44" fmla="*/ 53 w 76"/>
                  <a:gd name="T45" fmla="*/ 13 h 27"/>
                  <a:gd name="T46" fmla="*/ 58 w 76"/>
                  <a:gd name="T47" fmla="*/ 8 h 27"/>
                  <a:gd name="T48" fmla="*/ 66 w 76"/>
                  <a:gd name="T49" fmla="*/ 1 h 27"/>
                  <a:gd name="T50" fmla="*/ 66 w 76"/>
                  <a:gd name="T51" fmla="*/ 1 h 27"/>
                  <a:gd name="T52" fmla="*/ 67 w 76"/>
                  <a:gd name="T53" fmla="*/ 0 h 27"/>
                  <a:gd name="T54" fmla="*/ 70 w 76"/>
                  <a:gd name="T55" fmla="*/ 0 h 27"/>
                  <a:gd name="T56" fmla="*/ 72 w 76"/>
                  <a:gd name="T57" fmla="*/ 0 h 27"/>
                  <a:gd name="T58" fmla="*/ 75 w 76"/>
                  <a:gd name="T59" fmla="*/ 1 h 27"/>
                  <a:gd name="T60" fmla="*/ 75 w 76"/>
                  <a:gd name="T61" fmla="*/ 1 h 27"/>
                  <a:gd name="T62" fmla="*/ 76 w 76"/>
                  <a:gd name="T63" fmla="*/ 4 h 27"/>
                  <a:gd name="T64" fmla="*/ 76 w 76"/>
                  <a:gd name="T65" fmla="*/ 6 h 27"/>
                  <a:gd name="T66" fmla="*/ 76 w 76"/>
                  <a:gd name="T67" fmla="*/ 8 h 27"/>
                  <a:gd name="T68" fmla="*/ 75 w 76"/>
                  <a:gd name="T69" fmla="*/ 10 h 27"/>
                  <a:gd name="T70" fmla="*/ 75 w 76"/>
                  <a:gd name="T71" fmla="*/ 10 h 27"/>
                  <a:gd name="T72" fmla="*/ 66 w 76"/>
                  <a:gd name="T73" fmla="*/ 17 h 27"/>
                  <a:gd name="T74" fmla="*/ 57 w 76"/>
                  <a:gd name="T75" fmla="*/ 23 h 27"/>
                  <a:gd name="T76" fmla="*/ 50 w 76"/>
                  <a:gd name="T77" fmla="*/ 27 h 27"/>
                  <a:gd name="T78" fmla="*/ 41 w 76"/>
                  <a:gd name="T79" fmla="*/ 27 h 27"/>
                  <a:gd name="T80" fmla="*/ 41 w 76"/>
                  <a:gd name="T81" fmla="*/ 27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76" h="27">
                    <a:moveTo>
                      <a:pt x="41" y="27"/>
                    </a:moveTo>
                    <a:lnTo>
                      <a:pt x="41" y="27"/>
                    </a:lnTo>
                    <a:lnTo>
                      <a:pt x="32" y="27"/>
                    </a:lnTo>
                    <a:lnTo>
                      <a:pt x="23" y="23"/>
                    </a:lnTo>
                    <a:lnTo>
                      <a:pt x="13" y="19"/>
                    </a:lnTo>
                    <a:lnTo>
                      <a:pt x="3" y="10"/>
                    </a:lnTo>
                    <a:lnTo>
                      <a:pt x="3" y="10"/>
                    </a:lnTo>
                    <a:lnTo>
                      <a:pt x="1" y="8"/>
                    </a:lnTo>
                    <a:lnTo>
                      <a:pt x="0" y="7"/>
                    </a:lnTo>
                    <a:lnTo>
                      <a:pt x="0" y="4"/>
                    </a:lnTo>
                    <a:lnTo>
                      <a:pt x="1" y="3"/>
                    </a:lnTo>
                    <a:lnTo>
                      <a:pt x="1" y="3"/>
                    </a:lnTo>
                    <a:lnTo>
                      <a:pt x="3" y="1"/>
                    </a:lnTo>
                    <a:lnTo>
                      <a:pt x="6" y="0"/>
                    </a:lnTo>
                    <a:lnTo>
                      <a:pt x="7" y="0"/>
                    </a:lnTo>
                    <a:lnTo>
                      <a:pt x="10" y="1"/>
                    </a:lnTo>
                    <a:lnTo>
                      <a:pt x="10" y="1"/>
                    </a:lnTo>
                    <a:lnTo>
                      <a:pt x="19" y="8"/>
                    </a:lnTo>
                    <a:lnTo>
                      <a:pt x="26" y="13"/>
                    </a:lnTo>
                    <a:lnTo>
                      <a:pt x="34" y="16"/>
                    </a:lnTo>
                    <a:lnTo>
                      <a:pt x="39" y="17"/>
                    </a:lnTo>
                    <a:lnTo>
                      <a:pt x="47" y="16"/>
                    </a:lnTo>
                    <a:lnTo>
                      <a:pt x="53" y="13"/>
                    </a:lnTo>
                    <a:lnTo>
                      <a:pt x="58" y="8"/>
                    </a:lnTo>
                    <a:lnTo>
                      <a:pt x="66" y="1"/>
                    </a:lnTo>
                    <a:lnTo>
                      <a:pt x="66" y="1"/>
                    </a:lnTo>
                    <a:lnTo>
                      <a:pt x="67" y="0"/>
                    </a:lnTo>
                    <a:lnTo>
                      <a:pt x="70" y="0"/>
                    </a:lnTo>
                    <a:lnTo>
                      <a:pt x="72" y="0"/>
                    </a:lnTo>
                    <a:lnTo>
                      <a:pt x="75" y="1"/>
                    </a:lnTo>
                    <a:lnTo>
                      <a:pt x="75" y="1"/>
                    </a:lnTo>
                    <a:lnTo>
                      <a:pt x="76" y="4"/>
                    </a:lnTo>
                    <a:lnTo>
                      <a:pt x="76" y="6"/>
                    </a:lnTo>
                    <a:lnTo>
                      <a:pt x="76" y="8"/>
                    </a:lnTo>
                    <a:lnTo>
                      <a:pt x="75" y="10"/>
                    </a:lnTo>
                    <a:lnTo>
                      <a:pt x="75" y="10"/>
                    </a:lnTo>
                    <a:lnTo>
                      <a:pt x="66" y="17"/>
                    </a:lnTo>
                    <a:lnTo>
                      <a:pt x="57" y="23"/>
                    </a:lnTo>
                    <a:lnTo>
                      <a:pt x="50" y="27"/>
                    </a:lnTo>
                    <a:lnTo>
                      <a:pt x="41" y="27"/>
                    </a:lnTo>
                    <a:lnTo>
                      <a:pt x="41" y="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 b="1">
                  <a:ln>
                    <a:solidFill>
                      <a:srgbClr val="E41B1B"/>
                    </a:solidFill>
                  </a:ln>
                  <a:solidFill>
                    <a:srgbClr val="E41B1B"/>
                  </a:solidFill>
                </a:endParaRPr>
              </a:p>
            </p:txBody>
          </p:sp>
          <p:sp>
            <p:nvSpPr>
              <p:cNvPr id="17" name="Freeform 208">
                <a:extLst>
                  <a:ext uri="{FF2B5EF4-FFF2-40B4-BE49-F238E27FC236}">
                    <a16:creationId xmlns:a16="http://schemas.microsoft.com/office/drawing/2014/main" id="{45E28566-ABE6-7963-0D2A-59E0023C047D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8058150" y="3335338"/>
                <a:ext cx="228600" cy="252413"/>
              </a:xfrm>
              <a:custGeom>
                <a:avLst/>
                <a:gdLst>
                  <a:gd name="T0" fmla="*/ 126 w 144"/>
                  <a:gd name="T1" fmla="*/ 159 h 159"/>
                  <a:gd name="T2" fmla="*/ 111 w 144"/>
                  <a:gd name="T3" fmla="*/ 153 h 159"/>
                  <a:gd name="T4" fmla="*/ 104 w 144"/>
                  <a:gd name="T5" fmla="*/ 143 h 159"/>
                  <a:gd name="T6" fmla="*/ 40 w 144"/>
                  <a:gd name="T7" fmla="*/ 60 h 159"/>
                  <a:gd name="T8" fmla="*/ 37 w 144"/>
                  <a:gd name="T9" fmla="*/ 142 h 159"/>
                  <a:gd name="T10" fmla="*/ 31 w 144"/>
                  <a:gd name="T11" fmla="*/ 152 h 159"/>
                  <a:gd name="T12" fmla="*/ 13 w 144"/>
                  <a:gd name="T13" fmla="*/ 159 h 159"/>
                  <a:gd name="T14" fmla="*/ 3 w 144"/>
                  <a:gd name="T15" fmla="*/ 159 h 159"/>
                  <a:gd name="T16" fmla="*/ 0 w 144"/>
                  <a:gd name="T17" fmla="*/ 153 h 159"/>
                  <a:gd name="T18" fmla="*/ 3 w 144"/>
                  <a:gd name="T19" fmla="*/ 148 h 159"/>
                  <a:gd name="T20" fmla="*/ 6 w 144"/>
                  <a:gd name="T21" fmla="*/ 133 h 159"/>
                  <a:gd name="T22" fmla="*/ 9 w 144"/>
                  <a:gd name="T23" fmla="*/ 55 h 159"/>
                  <a:gd name="T24" fmla="*/ 16 w 144"/>
                  <a:gd name="T25" fmla="*/ 29 h 159"/>
                  <a:gd name="T26" fmla="*/ 35 w 144"/>
                  <a:gd name="T27" fmla="*/ 10 h 159"/>
                  <a:gd name="T28" fmla="*/ 59 w 144"/>
                  <a:gd name="T29" fmla="*/ 1 h 159"/>
                  <a:gd name="T30" fmla="*/ 73 w 144"/>
                  <a:gd name="T31" fmla="*/ 0 h 159"/>
                  <a:gd name="T32" fmla="*/ 101 w 144"/>
                  <a:gd name="T33" fmla="*/ 7 h 159"/>
                  <a:gd name="T34" fmla="*/ 119 w 144"/>
                  <a:gd name="T35" fmla="*/ 19 h 159"/>
                  <a:gd name="T36" fmla="*/ 133 w 144"/>
                  <a:gd name="T37" fmla="*/ 48 h 159"/>
                  <a:gd name="T38" fmla="*/ 135 w 144"/>
                  <a:gd name="T39" fmla="*/ 123 h 159"/>
                  <a:gd name="T40" fmla="*/ 135 w 144"/>
                  <a:gd name="T41" fmla="*/ 134 h 159"/>
                  <a:gd name="T42" fmla="*/ 138 w 144"/>
                  <a:gd name="T43" fmla="*/ 148 h 159"/>
                  <a:gd name="T44" fmla="*/ 144 w 144"/>
                  <a:gd name="T45" fmla="*/ 152 h 159"/>
                  <a:gd name="T46" fmla="*/ 139 w 144"/>
                  <a:gd name="T47" fmla="*/ 159 h 159"/>
                  <a:gd name="T48" fmla="*/ 133 w 144"/>
                  <a:gd name="T49" fmla="*/ 159 h 159"/>
                  <a:gd name="T50" fmla="*/ 138 w 144"/>
                  <a:gd name="T51" fmla="*/ 148 h 159"/>
                  <a:gd name="T52" fmla="*/ 70 w 144"/>
                  <a:gd name="T53" fmla="*/ 11 h 159"/>
                  <a:gd name="T54" fmla="*/ 54 w 144"/>
                  <a:gd name="T55" fmla="*/ 14 h 159"/>
                  <a:gd name="T56" fmla="*/ 26 w 144"/>
                  <a:gd name="T57" fmla="*/ 35 h 159"/>
                  <a:gd name="T58" fmla="*/ 21 w 144"/>
                  <a:gd name="T59" fmla="*/ 57 h 159"/>
                  <a:gd name="T60" fmla="*/ 18 w 144"/>
                  <a:gd name="T61" fmla="*/ 137 h 159"/>
                  <a:gd name="T62" fmla="*/ 19 w 144"/>
                  <a:gd name="T63" fmla="*/ 146 h 159"/>
                  <a:gd name="T64" fmla="*/ 23 w 144"/>
                  <a:gd name="T65" fmla="*/ 142 h 159"/>
                  <a:gd name="T66" fmla="*/ 25 w 144"/>
                  <a:gd name="T67" fmla="*/ 136 h 159"/>
                  <a:gd name="T68" fmla="*/ 28 w 144"/>
                  <a:gd name="T69" fmla="*/ 54 h 159"/>
                  <a:gd name="T70" fmla="*/ 31 w 144"/>
                  <a:gd name="T71" fmla="*/ 48 h 159"/>
                  <a:gd name="T72" fmla="*/ 108 w 144"/>
                  <a:gd name="T73" fmla="*/ 48 h 159"/>
                  <a:gd name="T74" fmla="*/ 114 w 144"/>
                  <a:gd name="T75" fmla="*/ 51 h 159"/>
                  <a:gd name="T76" fmla="*/ 116 w 144"/>
                  <a:gd name="T77" fmla="*/ 137 h 159"/>
                  <a:gd name="T78" fmla="*/ 125 w 144"/>
                  <a:gd name="T79" fmla="*/ 148 h 159"/>
                  <a:gd name="T80" fmla="*/ 123 w 144"/>
                  <a:gd name="T81" fmla="*/ 123 h 159"/>
                  <a:gd name="T82" fmla="*/ 122 w 144"/>
                  <a:gd name="T83" fmla="*/ 49 h 159"/>
                  <a:gd name="T84" fmla="*/ 110 w 144"/>
                  <a:gd name="T85" fmla="*/ 26 h 159"/>
                  <a:gd name="T86" fmla="*/ 82 w 144"/>
                  <a:gd name="T87" fmla="*/ 11 h 159"/>
                  <a:gd name="T88" fmla="*/ 129 w 144"/>
                  <a:gd name="T89" fmla="*/ 123 h 1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44" h="159">
                    <a:moveTo>
                      <a:pt x="133" y="159"/>
                    </a:moveTo>
                    <a:lnTo>
                      <a:pt x="133" y="159"/>
                    </a:lnTo>
                    <a:lnTo>
                      <a:pt x="126" y="159"/>
                    </a:lnTo>
                    <a:lnTo>
                      <a:pt x="120" y="158"/>
                    </a:lnTo>
                    <a:lnTo>
                      <a:pt x="116" y="156"/>
                    </a:lnTo>
                    <a:lnTo>
                      <a:pt x="111" y="153"/>
                    </a:lnTo>
                    <a:lnTo>
                      <a:pt x="111" y="153"/>
                    </a:lnTo>
                    <a:lnTo>
                      <a:pt x="107" y="148"/>
                    </a:lnTo>
                    <a:lnTo>
                      <a:pt x="104" y="143"/>
                    </a:lnTo>
                    <a:lnTo>
                      <a:pt x="104" y="137"/>
                    </a:lnTo>
                    <a:lnTo>
                      <a:pt x="103" y="60"/>
                    </a:lnTo>
                    <a:lnTo>
                      <a:pt x="40" y="60"/>
                    </a:lnTo>
                    <a:lnTo>
                      <a:pt x="37" y="134"/>
                    </a:lnTo>
                    <a:lnTo>
                      <a:pt x="37" y="134"/>
                    </a:lnTo>
                    <a:lnTo>
                      <a:pt x="37" y="142"/>
                    </a:lnTo>
                    <a:lnTo>
                      <a:pt x="34" y="148"/>
                    </a:lnTo>
                    <a:lnTo>
                      <a:pt x="31" y="152"/>
                    </a:lnTo>
                    <a:lnTo>
                      <a:pt x="31" y="152"/>
                    </a:lnTo>
                    <a:lnTo>
                      <a:pt x="25" y="156"/>
                    </a:lnTo>
                    <a:lnTo>
                      <a:pt x="19" y="158"/>
                    </a:lnTo>
                    <a:lnTo>
                      <a:pt x="13" y="159"/>
                    </a:lnTo>
                    <a:lnTo>
                      <a:pt x="4" y="159"/>
                    </a:lnTo>
                    <a:lnTo>
                      <a:pt x="4" y="159"/>
                    </a:lnTo>
                    <a:lnTo>
                      <a:pt x="3" y="159"/>
                    </a:lnTo>
                    <a:lnTo>
                      <a:pt x="2" y="158"/>
                    </a:lnTo>
                    <a:lnTo>
                      <a:pt x="0" y="155"/>
                    </a:lnTo>
                    <a:lnTo>
                      <a:pt x="0" y="153"/>
                    </a:lnTo>
                    <a:lnTo>
                      <a:pt x="0" y="153"/>
                    </a:lnTo>
                    <a:lnTo>
                      <a:pt x="0" y="151"/>
                    </a:lnTo>
                    <a:lnTo>
                      <a:pt x="3" y="148"/>
                    </a:lnTo>
                    <a:lnTo>
                      <a:pt x="3" y="148"/>
                    </a:lnTo>
                    <a:lnTo>
                      <a:pt x="4" y="142"/>
                    </a:lnTo>
                    <a:lnTo>
                      <a:pt x="6" y="133"/>
                    </a:lnTo>
                    <a:lnTo>
                      <a:pt x="6" y="120"/>
                    </a:lnTo>
                    <a:lnTo>
                      <a:pt x="9" y="55"/>
                    </a:lnTo>
                    <a:lnTo>
                      <a:pt x="9" y="55"/>
                    </a:lnTo>
                    <a:lnTo>
                      <a:pt x="10" y="48"/>
                    </a:lnTo>
                    <a:lnTo>
                      <a:pt x="12" y="39"/>
                    </a:lnTo>
                    <a:lnTo>
                      <a:pt x="16" y="29"/>
                    </a:lnTo>
                    <a:lnTo>
                      <a:pt x="23" y="19"/>
                    </a:lnTo>
                    <a:lnTo>
                      <a:pt x="29" y="14"/>
                    </a:lnTo>
                    <a:lnTo>
                      <a:pt x="35" y="10"/>
                    </a:lnTo>
                    <a:lnTo>
                      <a:pt x="41" y="7"/>
                    </a:lnTo>
                    <a:lnTo>
                      <a:pt x="50" y="3"/>
                    </a:lnTo>
                    <a:lnTo>
                      <a:pt x="59" y="1"/>
                    </a:lnTo>
                    <a:lnTo>
                      <a:pt x="69" y="0"/>
                    </a:lnTo>
                    <a:lnTo>
                      <a:pt x="73" y="0"/>
                    </a:lnTo>
                    <a:lnTo>
                      <a:pt x="73" y="0"/>
                    </a:lnTo>
                    <a:lnTo>
                      <a:pt x="84" y="1"/>
                    </a:lnTo>
                    <a:lnTo>
                      <a:pt x="94" y="3"/>
                    </a:lnTo>
                    <a:lnTo>
                      <a:pt x="101" y="7"/>
                    </a:lnTo>
                    <a:lnTo>
                      <a:pt x="108" y="10"/>
                    </a:lnTo>
                    <a:lnTo>
                      <a:pt x="114" y="14"/>
                    </a:lnTo>
                    <a:lnTo>
                      <a:pt x="119" y="19"/>
                    </a:lnTo>
                    <a:lnTo>
                      <a:pt x="126" y="29"/>
                    </a:lnTo>
                    <a:lnTo>
                      <a:pt x="130" y="39"/>
                    </a:lnTo>
                    <a:lnTo>
                      <a:pt x="133" y="48"/>
                    </a:lnTo>
                    <a:lnTo>
                      <a:pt x="135" y="57"/>
                    </a:lnTo>
                    <a:lnTo>
                      <a:pt x="135" y="123"/>
                    </a:lnTo>
                    <a:lnTo>
                      <a:pt x="135" y="123"/>
                    </a:lnTo>
                    <a:lnTo>
                      <a:pt x="135" y="123"/>
                    </a:lnTo>
                    <a:lnTo>
                      <a:pt x="135" y="123"/>
                    </a:lnTo>
                    <a:lnTo>
                      <a:pt x="135" y="134"/>
                    </a:lnTo>
                    <a:lnTo>
                      <a:pt x="136" y="142"/>
                    </a:lnTo>
                    <a:lnTo>
                      <a:pt x="138" y="148"/>
                    </a:lnTo>
                    <a:lnTo>
                      <a:pt x="138" y="148"/>
                    </a:lnTo>
                    <a:lnTo>
                      <a:pt x="142" y="149"/>
                    </a:lnTo>
                    <a:lnTo>
                      <a:pt x="144" y="152"/>
                    </a:lnTo>
                    <a:lnTo>
                      <a:pt x="144" y="152"/>
                    </a:lnTo>
                    <a:lnTo>
                      <a:pt x="144" y="156"/>
                    </a:lnTo>
                    <a:lnTo>
                      <a:pt x="139" y="159"/>
                    </a:lnTo>
                    <a:lnTo>
                      <a:pt x="139" y="159"/>
                    </a:lnTo>
                    <a:lnTo>
                      <a:pt x="138" y="159"/>
                    </a:lnTo>
                    <a:lnTo>
                      <a:pt x="138" y="159"/>
                    </a:lnTo>
                    <a:lnTo>
                      <a:pt x="133" y="159"/>
                    </a:lnTo>
                    <a:lnTo>
                      <a:pt x="133" y="159"/>
                    </a:lnTo>
                    <a:close/>
                    <a:moveTo>
                      <a:pt x="138" y="148"/>
                    </a:moveTo>
                    <a:lnTo>
                      <a:pt x="138" y="148"/>
                    </a:lnTo>
                    <a:lnTo>
                      <a:pt x="138" y="148"/>
                    </a:lnTo>
                    <a:close/>
                    <a:moveTo>
                      <a:pt x="73" y="11"/>
                    </a:moveTo>
                    <a:lnTo>
                      <a:pt x="70" y="11"/>
                    </a:lnTo>
                    <a:lnTo>
                      <a:pt x="70" y="11"/>
                    </a:lnTo>
                    <a:lnTo>
                      <a:pt x="62" y="11"/>
                    </a:lnTo>
                    <a:lnTo>
                      <a:pt x="54" y="14"/>
                    </a:lnTo>
                    <a:lnTo>
                      <a:pt x="41" y="20"/>
                    </a:lnTo>
                    <a:lnTo>
                      <a:pt x="32" y="26"/>
                    </a:lnTo>
                    <a:lnTo>
                      <a:pt x="26" y="35"/>
                    </a:lnTo>
                    <a:lnTo>
                      <a:pt x="23" y="42"/>
                    </a:lnTo>
                    <a:lnTo>
                      <a:pt x="21" y="49"/>
                    </a:lnTo>
                    <a:lnTo>
                      <a:pt x="21" y="57"/>
                    </a:lnTo>
                    <a:lnTo>
                      <a:pt x="18" y="120"/>
                    </a:lnTo>
                    <a:lnTo>
                      <a:pt x="18" y="120"/>
                    </a:lnTo>
                    <a:lnTo>
                      <a:pt x="18" y="137"/>
                    </a:lnTo>
                    <a:lnTo>
                      <a:pt x="16" y="148"/>
                    </a:lnTo>
                    <a:lnTo>
                      <a:pt x="16" y="148"/>
                    </a:lnTo>
                    <a:lnTo>
                      <a:pt x="19" y="146"/>
                    </a:lnTo>
                    <a:lnTo>
                      <a:pt x="22" y="145"/>
                    </a:lnTo>
                    <a:lnTo>
                      <a:pt x="22" y="145"/>
                    </a:lnTo>
                    <a:lnTo>
                      <a:pt x="23" y="142"/>
                    </a:lnTo>
                    <a:lnTo>
                      <a:pt x="25" y="139"/>
                    </a:lnTo>
                    <a:lnTo>
                      <a:pt x="25" y="136"/>
                    </a:lnTo>
                    <a:lnTo>
                      <a:pt x="25" y="136"/>
                    </a:lnTo>
                    <a:lnTo>
                      <a:pt x="25" y="134"/>
                    </a:lnTo>
                    <a:lnTo>
                      <a:pt x="28" y="54"/>
                    </a:lnTo>
                    <a:lnTo>
                      <a:pt x="28" y="54"/>
                    </a:lnTo>
                    <a:lnTo>
                      <a:pt x="28" y="51"/>
                    </a:lnTo>
                    <a:lnTo>
                      <a:pt x="29" y="49"/>
                    </a:lnTo>
                    <a:lnTo>
                      <a:pt x="31" y="48"/>
                    </a:lnTo>
                    <a:lnTo>
                      <a:pt x="34" y="48"/>
                    </a:lnTo>
                    <a:lnTo>
                      <a:pt x="108" y="48"/>
                    </a:lnTo>
                    <a:lnTo>
                      <a:pt x="108" y="48"/>
                    </a:lnTo>
                    <a:lnTo>
                      <a:pt x="111" y="48"/>
                    </a:lnTo>
                    <a:lnTo>
                      <a:pt x="113" y="49"/>
                    </a:lnTo>
                    <a:lnTo>
                      <a:pt x="114" y="51"/>
                    </a:lnTo>
                    <a:lnTo>
                      <a:pt x="114" y="54"/>
                    </a:lnTo>
                    <a:lnTo>
                      <a:pt x="116" y="137"/>
                    </a:lnTo>
                    <a:lnTo>
                      <a:pt x="116" y="137"/>
                    </a:lnTo>
                    <a:lnTo>
                      <a:pt x="117" y="142"/>
                    </a:lnTo>
                    <a:lnTo>
                      <a:pt x="120" y="145"/>
                    </a:lnTo>
                    <a:lnTo>
                      <a:pt x="125" y="148"/>
                    </a:lnTo>
                    <a:lnTo>
                      <a:pt x="125" y="148"/>
                    </a:lnTo>
                    <a:lnTo>
                      <a:pt x="123" y="136"/>
                    </a:lnTo>
                    <a:lnTo>
                      <a:pt x="123" y="123"/>
                    </a:lnTo>
                    <a:lnTo>
                      <a:pt x="123" y="57"/>
                    </a:lnTo>
                    <a:lnTo>
                      <a:pt x="123" y="57"/>
                    </a:lnTo>
                    <a:lnTo>
                      <a:pt x="122" y="49"/>
                    </a:lnTo>
                    <a:lnTo>
                      <a:pt x="120" y="42"/>
                    </a:lnTo>
                    <a:lnTo>
                      <a:pt x="116" y="35"/>
                    </a:lnTo>
                    <a:lnTo>
                      <a:pt x="110" y="26"/>
                    </a:lnTo>
                    <a:lnTo>
                      <a:pt x="101" y="20"/>
                    </a:lnTo>
                    <a:lnTo>
                      <a:pt x="89" y="14"/>
                    </a:lnTo>
                    <a:lnTo>
                      <a:pt x="82" y="11"/>
                    </a:lnTo>
                    <a:lnTo>
                      <a:pt x="73" y="11"/>
                    </a:lnTo>
                    <a:lnTo>
                      <a:pt x="73" y="11"/>
                    </a:lnTo>
                    <a:close/>
                    <a:moveTo>
                      <a:pt x="129" y="123"/>
                    </a:moveTo>
                    <a:lnTo>
                      <a:pt x="129" y="123"/>
                    </a:lnTo>
                    <a:lnTo>
                      <a:pt x="129" y="1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 b="1">
                  <a:ln>
                    <a:solidFill>
                      <a:srgbClr val="E41B1B"/>
                    </a:solidFill>
                  </a:ln>
                  <a:solidFill>
                    <a:srgbClr val="E41B1B"/>
                  </a:solidFill>
                </a:endParaRPr>
              </a:p>
            </p:txBody>
          </p:sp>
          <p:sp>
            <p:nvSpPr>
              <p:cNvPr id="18" name="Freeform 209">
                <a:extLst>
                  <a:ext uri="{FF2B5EF4-FFF2-40B4-BE49-F238E27FC236}">
                    <a16:creationId xmlns:a16="http://schemas.microsoft.com/office/drawing/2014/main" id="{E49C3F1A-686A-C586-856F-D1E7B7822EB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016875" y="3590926"/>
                <a:ext cx="334963" cy="185738"/>
              </a:xfrm>
              <a:custGeom>
                <a:avLst/>
                <a:gdLst>
                  <a:gd name="T0" fmla="*/ 1 w 211"/>
                  <a:gd name="T1" fmla="*/ 45 h 117"/>
                  <a:gd name="T2" fmla="*/ 11 w 211"/>
                  <a:gd name="T3" fmla="*/ 45 h 117"/>
                  <a:gd name="T4" fmla="*/ 23 w 211"/>
                  <a:gd name="T5" fmla="*/ 26 h 117"/>
                  <a:gd name="T6" fmla="*/ 42 w 211"/>
                  <a:gd name="T7" fmla="*/ 13 h 117"/>
                  <a:gd name="T8" fmla="*/ 47 w 211"/>
                  <a:gd name="T9" fmla="*/ 19 h 117"/>
                  <a:gd name="T10" fmla="*/ 57 w 211"/>
                  <a:gd name="T11" fmla="*/ 26 h 117"/>
                  <a:gd name="T12" fmla="*/ 83 w 211"/>
                  <a:gd name="T13" fmla="*/ 33 h 117"/>
                  <a:gd name="T14" fmla="*/ 104 w 211"/>
                  <a:gd name="T15" fmla="*/ 35 h 117"/>
                  <a:gd name="T16" fmla="*/ 143 w 211"/>
                  <a:gd name="T17" fmla="*/ 29 h 117"/>
                  <a:gd name="T18" fmla="*/ 156 w 211"/>
                  <a:gd name="T19" fmla="*/ 23 h 117"/>
                  <a:gd name="T20" fmla="*/ 165 w 211"/>
                  <a:gd name="T21" fmla="*/ 14 h 117"/>
                  <a:gd name="T22" fmla="*/ 173 w 211"/>
                  <a:gd name="T23" fmla="*/ 17 h 117"/>
                  <a:gd name="T24" fmla="*/ 184 w 211"/>
                  <a:gd name="T25" fmla="*/ 26 h 117"/>
                  <a:gd name="T26" fmla="*/ 192 w 211"/>
                  <a:gd name="T27" fmla="*/ 39 h 117"/>
                  <a:gd name="T28" fmla="*/ 196 w 211"/>
                  <a:gd name="T29" fmla="*/ 54 h 117"/>
                  <a:gd name="T30" fmla="*/ 199 w 211"/>
                  <a:gd name="T31" fmla="*/ 105 h 117"/>
                  <a:gd name="T32" fmla="*/ 71 w 211"/>
                  <a:gd name="T33" fmla="*/ 105 h 117"/>
                  <a:gd name="T34" fmla="*/ 211 w 211"/>
                  <a:gd name="T35" fmla="*/ 117 h 117"/>
                  <a:gd name="T36" fmla="*/ 209 w 211"/>
                  <a:gd name="T37" fmla="*/ 61 h 117"/>
                  <a:gd name="T38" fmla="*/ 205 w 211"/>
                  <a:gd name="T39" fmla="*/ 41 h 117"/>
                  <a:gd name="T40" fmla="*/ 196 w 211"/>
                  <a:gd name="T41" fmla="*/ 23 h 117"/>
                  <a:gd name="T42" fmla="*/ 181 w 211"/>
                  <a:gd name="T43" fmla="*/ 10 h 117"/>
                  <a:gd name="T44" fmla="*/ 162 w 211"/>
                  <a:gd name="T45" fmla="*/ 1 h 117"/>
                  <a:gd name="T46" fmla="*/ 161 w 211"/>
                  <a:gd name="T47" fmla="*/ 1 h 117"/>
                  <a:gd name="T48" fmla="*/ 156 w 211"/>
                  <a:gd name="T49" fmla="*/ 3 h 117"/>
                  <a:gd name="T50" fmla="*/ 155 w 211"/>
                  <a:gd name="T51" fmla="*/ 6 h 117"/>
                  <a:gd name="T52" fmla="*/ 155 w 211"/>
                  <a:gd name="T53" fmla="*/ 6 h 117"/>
                  <a:gd name="T54" fmla="*/ 155 w 211"/>
                  <a:gd name="T55" fmla="*/ 9 h 117"/>
                  <a:gd name="T56" fmla="*/ 152 w 211"/>
                  <a:gd name="T57" fmla="*/ 13 h 117"/>
                  <a:gd name="T58" fmla="*/ 126 w 211"/>
                  <a:gd name="T59" fmla="*/ 22 h 117"/>
                  <a:gd name="T60" fmla="*/ 104 w 211"/>
                  <a:gd name="T61" fmla="*/ 23 h 117"/>
                  <a:gd name="T62" fmla="*/ 92 w 211"/>
                  <a:gd name="T63" fmla="*/ 23 h 117"/>
                  <a:gd name="T64" fmla="*/ 67 w 211"/>
                  <a:gd name="T65" fmla="*/ 17 h 117"/>
                  <a:gd name="T66" fmla="*/ 54 w 211"/>
                  <a:gd name="T67" fmla="*/ 10 h 117"/>
                  <a:gd name="T68" fmla="*/ 54 w 211"/>
                  <a:gd name="T69" fmla="*/ 9 h 117"/>
                  <a:gd name="T70" fmla="*/ 54 w 211"/>
                  <a:gd name="T71" fmla="*/ 7 h 117"/>
                  <a:gd name="T72" fmla="*/ 54 w 211"/>
                  <a:gd name="T73" fmla="*/ 4 h 117"/>
                  <a:gd name="T74" fmla="*/ 51 w 211"/>
                  <a:gd name="T75" fmla="*/ 1 h 117"/>
                  <a:gd name="T76" fmla="*/ 47 w 211"/>
                  <a:gd name="T77" fmla="*/ 0 h 117"/>
                  <a:gd name="T78" fmla="*/ 38 w 211"/>
                  <a:gd name="T79" fmla="*/ 3 h 117"/>
                  <a:gd name="T80" fmla="*/ 23 w 211"/>
                  <a:gd name="T81" fmla="*/ 10 h 117"/>
                  <a:gd name="T82" fmla="*/ 11 w 211"/>
                  <a:gd name="T83" fmla="*/ 22 h 117"/>
                  <a:gd name="T84" fmla="*/ 3 w 211"/>
                  <a:gd name="T85" fmla="*/ 36 h 117"/>
                  <a:gd name="T86" fmla="*/ 1 w 211"/>
                  <a:gd name="T87" fmla="*/ 45 h 1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</a:cxnLst>
                <a:rect l="0" t="0" r="r" b="b"/>
                <a:pathLst>
                  <a:path w="211" h="117">
                    <a:moveTo>
                      <a:pt x="1" y="45"/>
                    </a:moveTo>
                    <a:lnTo>
                      <a:pt x="1" y="45"/>
                    </a:lnTo>
                    <a:lnTo>
                      <a:pt x="11" y="45"/>
                    </a:lnTo>
                    <a:lnTo>
                      <a:pt x="11" y="45"/>
                    </a:lnTo>
                    <a:lnTo>
                      <a:pt x="16" y="35"/>
                    </a:lnTo>
                    <a:lnTo>
                      <a:pt x="23" y="26"/>
                    </a:lnTo>
                    <a:lnTo>
                      <a:pt x="32" y="19"/>
                    </a:lnTo>
                    <a:lnTo>
                      <a:pt x="42" y="13"/>
                    </a:lnTo>
                    <a:lnTo>
                      <a:pt x="42" y="13"/>
                    </a:lnTo>
                    <a:lnTo>
                      <a:pt x="47" y="19"/>
                    </a:lnTo>
                    <a:lnTo>
                      <a:pt x="51" y="23"/>
                    </a:lnTo>
                    <a:lnTo>
                      <a:pt x="57" y="26"/>
                    </a:lnTo>
                    <a:lnTo>
                      <a:pt x="66" y="29"/>
                    </a:lnTo>
                    <a:lnTo>
                      <a:pt x="83" y="33"/>
                    </a:lnTo>
                    <a:lnTo>
                      <a:pt x="104" y="35"/>
                    </a:lnTo>
                    <a:lnTo>
                      <a:pt x="104" y="35"/>
                    </a:lnTo>
                    <a:lnTo>
                      <a:pt x="124" y="33"/>
                    </a:lnTo>
                    <a:lnTo>
                      <a:pt x="143" y="29"/>
                    </a:lnTo>
                    <a:lnTo>
                      <a:pt x="151" y="26"/>
                    </a:lnTo>
                    <a:lnTo>
                      <a:pt x="156" y="23"/>
                    </a:lnTo>
                    <a:lnTo>
                      <a:pt x="162" y="19"/>
                    </a:lnTo>
                    <a:lnTo>
                      <a:pt x="165" y="14"/>
                    </a:lnTo>
                    <a:lnTo>
                      <a:pt x="165" y="14"/>
                    </a:lnTo>
                    <a:lnTo>
                      <a:pt x="173" y="17"/>
                    </a:lnTo>
                    <a:lnTo>
                      <a:pt x="178" y="22"/>
                    </a:lnTo>
                    <a:lnTo>
                      <a:pt x="184" y="26"/>
                    </a:lnTo>
                    <a:lnTo>
                      <a:pt x="189" y="32"/>
                    </a:lnTo>
                    <a:lnTo>
                      <a:pt x="192" y="39"/>
                    </a:lnTo>
                    <a:lnTo>
                      <a:pt x="194" y="47"/>
                    </a:lnTo>
                    <a:lnTo>
                      <a:pt x="196" y="54"/>
                    </a:lnTo>
                    <a:lnTo>
                      <a:pt x="197" y="61"/>
                    </a:lnTo>
                    <a:lnTo>
                      <a:pt x="199" y="105"/>
                    </a:lnTo>
                    <a:lnTo>
                      <a:pt x="71" y="105"/>
                    </a:lnTo>
                    <a:lnTo>
                      <a:pt x="71" y="105"/>
                    </a:lnTo>
                    <a:lnTo>
                      <a:pt x="73" y="117"/>
                    </a:lnTo>
                    <a:lnTo>
                      <a:pt x="211" y="117"/>
                    </a:lnTo>
                    <a:lnTo>
                      <a:pt x="209" y="61"/>
                    </a:lnTo>
                    <a:lnTo>
                      <a:pt x="209" y="61"/>
                    </a:lnTo>
                    <a:lnTo>
                      <a:pt x="208" y="51"/>
                    </a:lnTo>
                    <a:lnTo>
                      <a:pt x="205" y="41"/>
                    </a:lnTo>
                    <a:lnTo>
                      <a:pt x="202" y="32"/>
                    </a:lnTo>
                    <a:lnTo>
                      <a:pt x="196" y="23"/>
                    </a:lnTo>
                    <a:lnTo>
                      <a:pt x="189" y="16"/>
                    </a:lnTo>
                    <a:lnTo>
                      <a:pt x="181" y="10"/>
                    </a:lnTo>
                    <a:lnTo>
                      <a:pt x="173" y="4"/>
                    </a:lnTo>
                    <a:lnTo>
                      <a:pt x="162" y="1"/>
                    </a:lnTo>
                    <a:lnTo>
                      <a:pt x="162" y="1"/>
                    </a:lnTo>
                    <a:lnTo>
                      <a:pt x="161" y="1"/>
                    </a:lnTo>
                    <a:lnTo>
                      <a:pt x="158" y="1"/>
                    </a:lnTo>
                    <a:lnTo>
                      <a:pt x="156" y="3"/>
                    </a:lnTo>
                    <a:lnTo>
                      <a:pt x="155" y="6"/>
                    </a:lnTo>
                    <a:lnTo>
                      <a:pt x="155" y="6"/>
                    </a:lnTo>
                    <a:lnTo>
                      <a:pt x="155" y="6"/>
                    </a:lnTo>
                    <a:lnTo>
                      <a:pt x="155" y="6"/>
                    </a:lnTo>
                    <a:lnTo>
                      <a:pt x="155" y="9"/>
                    </a:lnTo>
                    <a:lnTo>
                      <a:pt x="155" y="9"/>
                    </a:lnTo>
                    <a:lnTo>
                      <a:pt x="153" y="10"/>
                    </a:lnTo>
                    <a:lnTo>
                      <a:pt x="152" y="13"/>
                    </a:lnTo>
                    <a:lnTo>
                      <a:pt x="142" y="17"/>
                    </a:lnTo>
                    <a:lnTo>
                      <a:pt x="126" y="22"/>
                    </a:lnTo>
                    <a:lnTo>
                      <a:pt x="115" y="23"/>
                    </a:lnTo>
                    <a:lnTo>
                      <a:pt x="104" y="23"/>
                    </a:lnTo>
                    <a:lnTo>
                      <a:pt x="104" y="23"/>
                    </a:lnTo>
                    <a:lnTo>
                      <a:pt x="92" y="23"/>
                    </a:lnTo>
                    <a:lnTo>
                      <a:pt x="82" y="22"/>
                    </a:lnTo>
                    <a:lnTo>
                      <a:pt x="67" y="17"/>
                    </a:lnTo>
                    <a:lnTo>
                      <a:pt x="57" y="13"/>
                    </a:lnTo>
                    <a:lnTo>
                      <a:pt x="54" y="10"/>
                    </a:lnTo>
                    <a:lnTo>
                      <a:pt x="54" y="9"/>
                    </a:lnTo>
                    <a:lnTo>
                      <a:pt x="54" y="9"/>
                    </a:lnTo>
                    <a:lnTo>
                      <a:pt x="54" y="7"/>
                    </a:lnTo>
                    <a:lnTo>
                      <a:pt x="54" y="7"/>
                    </a:lnTo>
                    <a:lnTo>
                      <a:pt x="54" y="4"/>
                    </a:lnTo>
                    <a:lnTo>
                      <a:pt x="54" y="4"/>
                    </a:lnTo>
                    <a:lnTo>
                      <a:pt x="52" y="3"/>
                    </a:lnTo>
                    <a:lnTo>
                      <a:pt x="51" y="1"/>
                    </a:lnTo>
                    <a:lnTo>
                      <a:pt x="49" y="0"/>
                    </a:lnTo>
                    <a:lnTo>
                      <a:pt x="47" y="0"/>
                    </a:lnTo>
                    <a:lnTo>
                      <a:pt x="47" y="0"/>
                    </a:lnTo>
                    <a:lnTo>
                      <a:pt x="38" y="3"/>
                    </a:lnTo>
                    <a:lnTo>
                      <a:pt x="30" y="6"/>
                    </a:lnTo>
                    <a:lnTo>
                      <a:pt x="23" y="10"/>
                    </a:lnTo>
                    <a:lnTo>
                      <a:pt x="17" y="16"/>
                    </a:lnTo>
                    <a:lnTo>
                      <a:pt x="11" y="22"/>
                    </a:lnTo>
                    <a:lnTo>
                      <a:pt x="7" y="29"/>
                    </a:lnTo>
                    <a:lnTo>
                      <a:pt x="3" y="36"/>
                    </a:lnTo>
                    <a:lnTo>
                      <a:pt x="0" y="45"/>
                    </a:lnTo>
                    <a:lnTo>
                      <a:pt x="1" y="4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 b="1">
                  <a:ln>
                    <a:solidFill>
                      <a:srgbClr val="E41B1B"/>
                    </a:solidFill>
                  </a:ln>
                  <a:solidFill>
                    <a:srgbClr val="E41B1B"/>
                  </a:solidFill>
                </a:endParaRPr>
              </a:p>
            </p:txBody>
          </p:sp>
        </p:grpSp>
        <p:sp>
          <p:nvSpPr>
            <p:cNvPr id="9" name="Freeform 42">
              <a:extLst>
                <a:ext uri="{FF2B5EF4-FFF2-40B4-BE49-F238E27FC236}">
                  <a16:creationId xmlns:a16="http://schemas.microsoft.com/office/drawing/2014/main" id="{0AA1C732-E2AF-9449-FC14-150BD15E56F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98118" y="2851150"/>
              <a:ext cx="1147763" cy="1155700"/>
            </a:xfrm>
            <a:custGeom>
              <a:avLst/>
              <a:gdLst>
                <a:gd name="T0" fmla="*/ 180 w 361"/>
                <a:gd name="T1" fmla="*/ 361 h 361"/>
                <a:gd name="T2" fmla="*/ 0 w 361"/>
                <a:gd name="T3" fmla="*/ 181 h 361"/>
                <a:gd name="T4" fmla="*/ 180 w 361"/>
                <a:gd name="T5" fmla="*/ 0 h 361"/>
                <a:gd name="T6" fmla="*/ 361 w 361"/>
                <a:gd name="T7" fmla="*/ 181 h 361"/>
                <a:gd name="T8" fmla="*/ 180 w 361"/>
                <a:gd name="T9" fmla="*/ 361 h 361"/>
                <a:gd name="T10" fmla="*/ 180 w 361"/>
                <a:gd name="T11" fmla="*/ 16 h 361"/>
                <a:gd name="T12" fmla="*/ 16 w 361"/>
                <a:gd name="T13" fmla="*/ 181 h 361"/>
                <a:gd name="T14" fmla="*/ 180 w 361"/>
                <a:gd name="T15" fmla="*/ 345 h 361"/>
                <a:gd name="T16" fmla="*/ 345 w 361"/>
                <a:gd name="T17" fmla="*/ 181 h 361"/>
                <a:gd name="T18" fmla="*/ 180 w 361"/>
                <a:gd name="T19" fmla="*/ 16 h 3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61" h="361">
                  <a:moveTo>
                    <a:pt x="180" y="361"/>
                  </a:moveTo>
                  <a:cubicBezTo>
                    <a:pt x="81" y="361"/>
                    <a:pt x="0" y="280"/>
                    <a:pt x="0" y="181"/>
                  </a:cubicBezTo>
                  <a:cubicBezTo>
                    <a:pt x="0" y="81"/>
                    <a:pt x="81" y="0"/>
                    <a:pt x="180" y="0"/>
                  </a:cubicBezTo>
                  <a:cubicBezTo>
                    <a:pt x="280" y="0"/>
                    <a:pt x="361" y="81"/>
                    <a:pt x="361" y="181"/>
                  </a:cubicBezTo>
                  <a:cubicBezTo>
                    <a:pt x="361" y="280"/>
                    <a:pt x="280" y="361"/>
                    <a:pt x="180" y="361"/>
                  </a:cubicBezTo>
                  <a:close/>
                  <a:moveTo>
                    <a:pt x="180" y="16"/>
                  </a:moveTo>
                  <a:cubicBezTo>
                    <a:pt x="90" y="16"/>
                    <a:pt x="16" y="90"/>
                    <a:pt x="16" y="181"/>
                  </a:cubicBezTo>
                  <a:cubicBezTo>
                    <a:pt x="16" y="271"/>
                    <a:pt x="90" y="345"/>
                    <a:pt x="180" y="345"/>
                  </a:cubicBezTo>
                  <a:cubicBezTo>
                    <a:pt x="271" y="345"/>
                    <a:pt x="345" y="271"/>
                    <a:pt x="345" y="181"/>
                  </a:cubicBezTo>
                  <a:cubicBezTo>
                    <a:pt x="345" y="90"/>
                    <a:pt x="271" y="16"/>
                    <a:pt x="180" y="1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ln>
                  <a:solidFill>
                    <a:srgbClr val="E41B1B"/>
                  </a:solidFill>
                </a:ln>
                <a:solidFill>
                  <a:srgbClr val="E41B1B"/>
                </a:solidFill>
              </a:endParaRPr>
            </a:p>
          </p:txBody>
        </p:sp>
      </p:grpSp>
      <p:grpSp>
        <p:nvGrpSpPr>
          <p:cNvPr id="19" name="Groupe 18">
            <a:extLst>
              <a:ext uri="{FF2B5EF4-FFF2-40B4-BE49-F238E27FC236}">
                <a16:creationId xmlns:a16="http://schemas.microsoft.com/office/drawing/2014/main" id="{D1375AD3-702C-79C4-D987-BE407379BCF3}"/>
              </a:ext>
            </a:extLst>
          </p:cNvPr>
          <p:cNvGrpSpPr/>
          <p:nvPr/>
        </p:nvGrpSpPr>
        <p:grpSpPr>
          <a:xfrm>
            <a:off x="9398990" y="2206355"/>
            <a:ext cx="653182" cy="657699"/>
            <a:chOff x="179512" y="3573016"/>
            <a:chExt cx="1147763" cy="1155700"/>
          </a:xfrm>
          <a:solidFill>
            <a:srgbClr val="E5232A"/>
          </a:solidFill>
        </p:grpSpPr>
        <p:grpSp>
          <p:nvGrpSpPr>
            <p:cNvPr id="20" name="Groupe 19">
              <a:extLst>
                <a:ext uri="{FF2B5EF4-FFF2-40B4-BE49-F238E27FC236}">
                  <a16:creationId xmlns:a16="http://schemas.microsoft.com/office/drawing/2014/main" id="{3DD2A3D4-5790-DBC6-5B7F-B322361FA08F}"/>
                </a:ext>
              </a:extLst>
            </p:cNvPr>
            <p:cNvGrpSpPr/>
            <p:nvPr/>
          </p:nvGrpSpPr>
          <p:grpSpPr>
            <a:xfrm>
              <a:off x="453991" y="3717032"/>
              <a:ext cx="598804" cy="780480"/>
              <a:chOff x="1477963" y="4889500"/>
              <a:chExt cx="654050" cy="852488"/>
            </a:xfrm>
            <a:grpFill/>
          </p:grpSpPr>
          <p:sp>
            <p:nvSpPr>
              <p:cNvPr id="22" name="Freeform 7">
                <a:extLst>
                  <a:ext uri="{FF2B5EF4-FFF2-40B4-BE49-F238E27FC236}">
                    <a16:creationId xmlns:a16="http://schemas.microsoft.com/office/drawing/2014/main" id="{16E7F80C-FA02-98A0-45F9-D3E917B760A9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617663" y="4889500"/>
                <a:ext cx="374650" cy="482600"/>
              </a:xfrm>
              <a:custGeom>
                <a:avLst/>
                <a:gdLst>
                  <a:gd name="T0" fmla="*/ 119 w 212"/>
                  <a:gd name="T1" fmla="*/ 272 h 272"/>
                  <a:gd name="T2" fmla="*/ 92 w 212"/>
                  <a:gd name="T3" fmla="*/ 272 h 272"/>
                  <a:gd name="T4" fmla="*/ 60 w 212"/>
                  <a:gd name="T5" fmla="*/ 264 h 272"/>
                  <a:gd name="T6" fmla="*/ 12 w 212"/>
                  <a:gd name="T7" fmla="*/ 199 h 272"/>
                  <a:gd name="T8" fmla="*/ 3 w 212"/>
                  <a:gd name="T9" fmla="*/ 111 h 272"/>
                  <a:gd name="T10" fmla="*/ 27 w 212"/>
                  <a:gd name="T11" fmla="*/ 33 h 272"/>
                  <a:gd name="T12" fmla="*/ 105 w 212"/>
                  <a:gd name="T13" fmla="*/ 0 h 272"/>
                  <a:gd name="T14" fmla="*/ 186 w 212"/>
                  <a:gd name="T15" fmla="*/ 35 h 272"/>
                  <a:gd name="T16" fmla="*/ 209 w 212"/>
                  <a:gd name="T17" fmla="*/ 109 h 272"/>
                  <a:gd name="T18" fmla="*/ 203 w 212"/>
                  <a:gd name="T19" fmla="*/ 203 h 272"/>
                  <a:gd name="T20" fmla="*/ 144 w 212"/>
                  <a:gd name="T21" fmla="*/ 267 h 272"/>
                  <a:gd name="T22" fmla="*/ 119 w 212"/>
                  <a:gd name="T23" fmla="*/ 272 h 272"/>
                  <a:gd name="T24" fmla="*/ 105 w 212"/>
                  <a:gd name="T25" fmla="*/ 20 h 272"/>
                  <a:gd name="T26" fmla="*/ 42 w 212"/>
                  <a:gd name="T27" fmla="*/ 47 h 272"/>
                  <a:gd name="T28" fmla="*/ 23 w 212"/>
                  <a:gd name="T29" fmla="*/ 108 h 272"/>
                  <a:gd name="T30" fmla="*/ 32 w 212"/>
                  <a:gd name="T31" fmla="*/ 197 h 272"/>
                  <a:gd name="T32" fmla="*/ 70 w 212"/>
                  <a:gd name="T33" fmla="*/ 247 h 272"/>
                  <a:gd name="T34" fmla="*/ 92 w 212"/>
                  <a:gd name="T35" fmla="*/ 252 h 272"/>
                  <a:gd name="T36" fmla="*/ 119 w 212"/>
                  <a:gd name="T37" fmla="*/ 252 h 272"/>
                  <a:gd name="T38" fmla="*/ 136 w 212"/>
                  <a:gd name="T39" fmla="*/ 249 h 272"/>
                  <a:gd name="T40" fmla="*/ 183 w 212"/>
                  <a:gd name="T41" fmla="*/ 200 h 272"/>
                  <a:gd name="T42" fmla="*/ 189 w 212"/>
                  <a:gd name="T43" fmla="*/ 108 h 272"/>
                  <a:gd name="T44" fmla="*/ 171 w 212"/>
                  <a:gd name="T45" fmla="*/ 48 h 272"/>
                  <a:gd name="T46" fmla="*/ 105 w 212"/>
                  <a:gd name="T47" fmla="*/ 20 h 2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212" h="272">
                    <a:moveTo>
                      <a:pt x="119" y="272"/>
                    </a:moveTo>
                    <a:cubicBezTo>
                      <a:pt x="92" y="272"/>
                      <a:pt x="92" y="272"/>
                      <a:pt x="92" y="272"/>
                    </a:cubicBezTo>
                    <a:cubicBezTo>
                      <a:pt x="81" y="272"/>
                      <a:pt x="70" y="270"/>
                      <a:pt x="60" y="264"/>
                    </a:cubicBezTo>
                    <a:cubicBezTo>
                      <a:pt x="33" y="250"/>
                      <a:pt x="15" y="225"/>
                      <a:pt x="12" y="199"/>
                    </a:cubicBezTo>
                    <a:cubicBezTo>
                      <a:pt x="3" y="111"/>
                      <a:pt x="3" y="111"/>
                      <a:pt x="3" y="111"/>
                    </a:cubicBezTo>
                    <a:cubicBezTo>
                      <a:pt x="0" y="82"/>
                      <a:pt x="8" y="54"/>
                      <a:pt x="27" y="33"/>
                    </a:cubicBezTo>
                    <a:cubicBezTo>
                      <a:pt x="46" y="12"/>
                      <a:pt x="74" y="0"/>
                      <a:pt x="105" y="0"/>
                    </a:cubicBezTo>
                    <a:cubicBezTo>
                      <a:pt x="136" y="0"/>
                      <a:pt x="166" y="13"/>
                      <a:pt x="186" y="35"/>
                    </a:cubicBezTo>
                    <a:cubicBezTo>
                      <a:pt x="204" y="55"/>
                      <a:pt x="212" y="81"/>
                      <a:pt x="209" y="109"/>
                    </a:cubicBezTo>
                    <a:cubicBezTo>
                      <a:pt x="203" y="203"/>
                      <a:pt x="203" y="203"/>
                      <a:pt x="203" y="203"/>
                    </a:cubicBezTo>
                    <a:cubicBezTo>
                      <a:pt x="197" y="230"/>
                      <a:pt x="175" y="254"/>
                      <a:pt x="144" y="267"/>
                    </a:cubicBezTo>
                    <a:cubicBezTo>
                      <a:pt x="136" y="271"/>
                      <a:pt x="128" y="272"/>
                      <a:pt x="119" y="272"/>
                    </a:cubicBezTo>
                    <a:close/>
                    <a:moveTo>
                      <a:pt x="105" y="20"/>
                    </a:moveTo>
                    <a:cubicBezTo>
                      <a:pt x="80" y="20"/>
                      <a:pt x="57" y="30"/>
                      <a:pt x="42" y="47"/>
                    </a:cubicBezTo>
                    <a:cubicBezTo>
                      <a:pt x="27" y="63"/>
                      <a:pt x="20" y="85"/>
                      <a:pt x="23" y="108"/>
                    </a:cubicBezTo>
                    <a:cubicBezTo>
                      <a:pt x="32" y="197"/>
                      <a:pt x="32" y="197"/>
                      <a:pt x="32" y="197"/>
                    </a:cubicBezTo>
                    <a:cubicBezTo>
                      <a:pt x="34" y="216"/>
                      <a:pt x="49" y="235"/>
                      <a:pt x="70" y="247"/>
                    </a:cubicBezTo>
                    <a:cubicBezTo>
                      <a:pt x="76" y="250"/>
                      <a:pt x="84" y="252"/>
                      <a:pt x="92" y="252"/>
                    </a:cubicBezTo>
                    <a:cubicBezTo>
                      <a:pt x="119" y="252"/>
                      <a:pt x="119" y="252"/>
                      <a:pt x="119" y="252"/>
                    </a:cubicBezTo>
                    <a:cubicBezTo>
                      <a:pt x="125" y="252"/>
                      <a:pt x="131" y="251"/>
                      <a:pt x="136" y="249"/>
                    </a:cubicBezTo>
                    <a:cubicBezTo>
                      <a:pt x="160" y="239"/>
                      <a:pt x="178" y="219"/>
                      <a:pt x="183" y="200"/>
                    </a:cubicBezTo>
                    <a:cubicBezTo>
                      <a:pt x="189" y="108"/>
                      <a:pt x="189" y="108"/>
                      <a:pt x="189" y="108"/>
                    </a:cubicBezTo>
                    <a:cubicBezTo>
                      <a:pt x="191" y="84"/>
                      <a:pt x="185" y="64"/>
                      <a:pt x="171" y="48"/>
                    </a:cubicBezTo>
                    <a:cubicBezTo>
                      <a:pt x="155" y="30"/>
                      <a:pt x="130" y="20"/>
                      <a:pt x="105" y="2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ln>
                    <a:solidFill>
                      <a:srgbClr val="E41B1B"/>
                    </a:solidFill>
                  </a:ln>
                  <a:solidFill>
                    <a:srgbClr val="E41B1B"/>
                  </a:solidFill>
                </a:endParaRPr>
              </a:p>
            </p:txBody>
          </p:sp>
          <p:sp>
            <p:nvSpPr>
              <p:cNvPr id="23" name="Freeform 8">
                <a:extLst>
                  <a:ext uri="{FF2B5EF4-FFF2-40B4-BE49-F238E27FC236}">
                    <a16:creationId xmlns:a16="http://schemas.microsoft.com/office/drawing/2014/main" id="{CD6F9CA9-850A-7123-810B-D5EA57FE969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55763" y="4957763"/>
                <a:ext cx="282575" cy="136525"/>
              </a:xfrm>
              <a:custGeom>
                <a:avLst/>
                <a:gdLst>
                  <a:gd name="T0" fmla="*/ 149 w 160"/>
                  <a:gd name="T1" fmla="*/ 77 h 77"/>
                  <a:gd name="T2" fmla="*/ 148 w 160"/>
                  <a:gd name="T3" fmla="*/ 77 h 77"/>
                  <a:gd name="T4" fmla="*/ 107 w 160"/>
                  <a:gd name="T5" fmla="*/ 43 h 77"/>
                  <a:gd name="T6" fmla="*/ 10 w 160"/>
                  <a:gd name="T7" fmla="*/ 77 h 77"/>
                  <a:gd name="T8" fmla="*/ 0 w 160"/>
                  <a:gd name="T9" fmla="*/ 67 h 77"/>
                  <a:gd name="T10" fmla="*/ 10 w 160"/>
                  <a:gd name="T11" fmla="*/ 56 h 77"/>
                  <a:gd name="T12" fmla="*/ 101 w 160"/>
                  <a:gd name="T13" fmla="*/ 19 h 77"/>
                  <a:gd name="T14" fmla="*/ 113 w 160"/>
                  <a:gd name="T15" fmla="*/ 0 h 77"/>
                  <a:gd name="T16" fmla="*/ 120 w 160"/>
                  <a:gd name="T17" fmla="*/ 22 h 77"/>
                  <a:gd name="T18" fmla="*/ 151 w 160"/>
                  <a:gd name="T19" fmla="*/ 56 h 77"/>
                  <a:gd name="T20" fmla="*/ 159 w 160"/>
                  <a:gd name="T21" fmla="*/ 68 h 77"/>
                  <a:gd name="T22" fmla="*/ 149 w 160"/>
                  <a:gd name="T23" fmla="*/ 77 h 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60" h="77">
                    <a:moveTo>
                      <a:pt x="149" y="77"/>
                    </a:moveTo>
                    <a:cubicBezTo>
                      <a:pt x="149" y="77"/>
                      <a:pt x="148" y="77"/>
                      <a:pt x="148" y="77"/>
                    </a:cubicBezTo>
                    <a:cubicBezTo>
                      <a:pt x="127" y="74"/>
                      <a:pt x="114" y="57"/>
                      <a:pt x="107" y="43"/>
                    </a:cubicBezTo>
                    <a:cubicBezTo>
                      <a:pt x="74" y="73"/>
                      <a:pt x="13" y="77"/>
                      <a:pt x="10" y="77"/>
                    </a:cubicBezTo>
                    <a:cubicBezTo>
                      <a:pt x="5" y="77"/>
                      <a:pt x="0" y="73"/>
                      <a:pt x="0" y="67"/>
                    </a:cubicBezTo>
                    <a:cubicBezTo>
                      <a:pt x="0" y="61"/>
                      <a:pt x="4" y="57"/>
                      <a:pt x="10" y="56"/>
                    </a:cubicBezTo>
                    <a:cubicBezTo>
                      <a:pt x="10" y="56"/>
                      <a:pt x="80" y="53"/>
                      <a:pt x="101" y="19"/>
                    </a:cubicBezTo>
                    <a:cubicBezTo>
                      <a:pt x="113" y="0"/>
                      <a:pt x="113" y="0"/>
                      <a:pt x="113" y="0"/>
                    </a:cubicBezTo>
                    <a:cubicBezTo>
                      <a:pt x="120" y="22"/>
                      <a:pt x="120" y="22"/>
                      <a:pt x="120" y="22"/>
                    </a:cubicBezTo>
                    <a:cubicBezTo>
                      <a:pt x="122" y="30"/>
                      <a:pt x="133" y="54"/>
                      <a:pt x="151" y="56"/>
                    </a:cubicBezTo>
                    <a:cubicBezTo>
                      <a:pt x="156" y="57"/>
                      <a:pt x="160" y="62"/>
                      <a:pt x="159" y="68"/>
                    </a:cubicBezTo>
                    <a:cubicBezTo>
                      <a:pt x="159" y="73"/>
                      <a:pt x="154" y="77"/>
                      <a:pt x="149" y="7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ln>
                    <a:solidFill>
                      <a:srgbClr val="E41B1B"/>
                    </a:solidFill>
                  </a:ln>
                  <a:solidFill>
                    <a:srgbClr val="E41B1B"/>
                  </a:solidFill>
                </a:endParaRPr>
              </a:p>
            </p:txBody>
          </p:sp>
          <p:sp>
            <p:nvSpPr>
              <p:cNvPr id="24" name="Freeform 9">
                <a:extLst>
                  <a:ext uri="{FF2B5EF4-FFF2-40B4-BE49-F238E27FC236}">
                    <a16:creationId xmlns:a16="http://schemas.microsoft.com/office/drawing/2014/main" id="{58D44DCF-D6DB-1124-4DBB-758C94B12DD1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477963" y="5383213"/>
                <a:ext cx="654050" cy="358775"/>
              </a:xfrm>
              <a:custGeom>
                <a:avLst/>
                <a:gdLst>
                  <a:gd name="T0" fmla="*/ 360 w 370"/>
                  <a:gd name="T1" fmla="*/ 202 h 202"/>
                  <a:gd name="T2" fmla="*/ 10 w 370"/>
                  <a:gd name="T3" fmla="*/ 202 h 202"/>
                  <a:gd name="T4" fmla="*/ 0 w 370"/>
                  <a:gd name="T5" fmla="*/ 192 h 202"/>
                  <a:gd name="T6" fmla="*/ 0 w 370"/>
                  <a:gd name="T7" fmla="*/ 107 h 202"/>
                  <a:gd name="T8" fmla="*/ 88 w 370"/>
                  <a:gd name="T9" fmla="*/ 1 h 202"/>
                  <a:gd name="T10" fmla="*/ 99 w 370"/>
                  <a:gd name="T11" fmla="*/ 6 h 202"/>
                  <a:gd name="T12" fmla="*/ 185 w 370"/>
                  <a:gd name="T13" fmla="*/ 44 h 202"/>
                  <a:gd name="T14" fmla="*/ 271 w 370"/>
                  <a:gd name="T15" fmla="*/ 7 h 202"/>
                  <a:gd name="T16" fmla="*/ 282 w 370"/>
                  <a:gd name="T17" fmla="*/ 1 h 202"/>
                  <a:gd name="T18" fmla="*/ 367 w 370"/>
                  <a:gd name="T19" fmla="*/ 106 h 202"/>
                  <a:gd name="T20" fmla="*/ 370 w 370"/>
                  <a:gd name="T21" fmla="*/ 192 h 202"/>
                  <a:gd name="T22" fmla="*/ 367 w 370"/>
                  <a:gd name="T23" fmla="*/ 199 h 202"/>
                  <a:gd name="T24" fmla="*/ 360 w 370"/>
                  <a:gd name="T25" fmla="*/ 202 h 202"/>
                  <a:gd name="T26" fmla="*/ 21 w 370"/>
                  <a:gd name="T27" fmla="*/ 182 h 202"/>
                  <a:gd name="T28" fmla="*/ 349 w 370"/>
                  <a:gd name="T29" fmla="*/ 182 h 202"/>
                  <a:gd name="T30" fmla="*/ 347 w 370"/>
                  <a:gd name="T31" fmla="*/ 106 h 202"/>
                  <a:gd name="T32" fmla="*/ 347 w 370"/>
                  <a:gd name="T33" fmla="*/ 106 h 202"/>
                  <a:gd name="T34" fmla="*/ 285 w 370"/>
                  <a:gd name="T35" fmla="*/ 23 h 202"/>
                  <a:gd name="T36" fmla="*/ 185 w 370"/>
                  <a:gd name="T37" fmla="*/ 64 h 202"/>
                  <a:gd name="T38" fmla="*/ 85 w 370"/>
                  <a:gd name="T39" fmla="*/ 22 h 202"/>
                  <a:gd name="T40" fmla="*/ 21 w 370"/>
                  <a:gd name="T41" fmla="*/ 107 h 202"/>
                  <a:gd name="T42" fmla="*/ 21 w 370"/>
                  <a:gd name="T43" fmla="*/ 182 h 202"/>
                  <a:gd name="T44" fmla="*/ 367 w 370"/>
                  <a:gd name="T45" fmla="*/ 106 h 202"/>
                  <a:gd name="T46" fmla="*/ 367 w 370"/>
                  <a:gd name="T47" fmla="*/ 106 h 2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70" h="202">
                    <a:moveTo>
                      <a:pt x="360" y="202"/>
                    </a:moveTo>
                    <a:cubicBezTo>
                      <a:pt x="10" y="202"/>
                      <a:pt x="10" y="202"/>
                      <a:pt x="10" y="202"/>
                    </a:cubicBezTo>
                    <a:cubicBezTo>
                      <a:pt x="5" y="202"/>
                      <a:pt x="0" y="198"/>
                      <a:pt x="0" y="192"/>
                    </a:cubicBezTo>
                    <a:cubicBezTo>
                      <a:pt x="0" y="107"/>
                      <a:pt x="0" y="107"/>
                      <a:pt x="0" y="107"/>
                    </a:cubicBezTo>
                    <a:cubicBezTo>
                      <a:pt x="0" y="55"/>
                      <a:pt x="37" y="11"/>
                      <a:pt x="88" y="1"/>
                    </a:cubicBezTo>
                    <a:cubicBezTo>
                      <a:pt x="92" y="0"/>
                      <a:pt x="97" y="2"/>
                      <a:pt x="99" y="6"/>
                    </a:cubicBezTo>
                    <a:cubicBezTo>
                      <a:pt x="109" y="29"/>
                      <a:pt x="145" y="44"/>
                      <a:pt x="185" y="44"/>
                    </a:cubicBezTo>
                    <a:cubicBezTo>
                      <a:pt x="225" y="44"/>
                      <a:pt x="261" y="29"/>
                      <a:pt x="271" y="7"/>
                    </a:cubicBezTo>
                    <a:cubicBezTo>
                      <a:pt x="273" y="2"/>
                      <a:pt x="278" y="0"/>
                      <a:pt x="282" y="1"/>
                    </a:cubicBezTo>
                    <a:cubicBezTo>
                      <a:pt x="331" y="12"/>
                      <a:pt x="367" y="56"/>
                      <a:pt x="367" y="106"/>
                    </a:cubicBezTo>
                    <a:cubicBezTo>
                      <a:pt x="370" y="192"/>
                      <a:pt x="370" y="192"/>
                      <a:pt x="370" y="192"/>
                    </a:cubicBezTo>
                    <a:cubicBezTo>
                      <a:pt x="370" y="195"/>
                      <a:pt x="369" y="197"/>
                      <a:pt x="367" y="199"/>
                    </a:cubicBezTo>
                    <a:cubicBezTo>
                      <a:pt x="365" y="201"/>
                      <a:pt x="362" y="202"/>
                      <a:pt x="360" y="202"/>
                    </a:cubicBezTo>
                    <a:close/>
                    <a:moveTo>
                      <a:pt x="21" y="182"/>
                    </a:moveTo>
                    <a:cubicBezTo>
                      <a:pt x="349" y="182"/>
                      <a:pt x="349" y="182"/>
                      <a:pt x="349" y="182"/>
                    </a:cubicBezTo>
                    <a:cubicBezTo>
                      <a:pt x="347" y="106"/>
                      <a:pt x="347" y="106"/>
                      <a:pt x="347" y="106"/>
                    </a:cubicBezTo>
                    <a:cubicBezTo>
                      <a:pt x="347" y="106"/>
                      <a:pt x="347" y="106"/>
                      <a:pt x="347" y="106"/>
                    </a:cubicBezTo>
                    <a:cubicBezTo>
                      <a:pt x="347" y="68"/>
                      <a:pt x="321" y="34"/>
                      <a:pt x="285" y="23"/>
                    </a:cubicBezTo>
                    <a:cubicBezTo>
                      <a:pt x="268" y="48"/>
                      <a:pt x="229" y="64"/>
                      <a:pt x="185" y="64"/>
                    </a:cubicBezTo>
                    <a:cubicBezTo>
                      <a:pt x="141" y="64"/>
                      <a:pt x="102" y="48"/>
                      <a:pt x="85" y="22"/>
                    </a:cubicBezTo>
                    <a:cubicBezTo>
                      <a:pt x="47" y="33"/>
                      <a:pt x="21" y="67"/>
                      <a:pt x="21" y="107"/>
                    </a:cubicBezTo>
                    <a:lnTo>
                      <a:pt x="21" y="182"/>
                    </a:lnTo>
                    <a:close/>
                    <a:moveTo>
                      <a:pt x="367" y="106"/>
                    </a:moveTo>
                    <a:cubicBezTo>
                      <a:pt x="367" y="106"/>
                      <a:pt x="367" y="106"/>
                      <a:pt x="367" y="10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ln>
                    <a:solidFill>
                      <a:srgbClr val="E41B1B"/>
                    </a:solidFill>
                  </a:ln>
                  <a:solidFill>
                    <a:srgbClr val="E41B1B"/>
                  </a:solidFill>
                </a:endParaRPr>
              </a:p>
            </p:txBody>
          </p:sp>
        </p:grpSp>
        <p:sp>
          <p:nvSpPr>
            <p:cNvPr id="21" name="Freeform 42">
              <a:extLst>
                <a:ext uri="{FF2B5EF4-FFF2-40B4-BE49-F238E27FC236}">
                  <a16:creationId xmlns:a16="http://schemas.microsoft.com/office/drawing/2014/main" id="{47F53E35-9F22-D6D8-6A5A-14017B4FA5A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79512" y="3573016"/>
              <a:ext cx="1147763" cy="1155700"/>
            </a:xfrm>
            <a:custGeom>
              <a:avLst/>
              <a:gdLst>
                <a:gd name="T0" fmla="*/ 180 w 361"/>
                <a:gd name="T1" fmla="*/ 361 h 361"/>
                <a:gd name="T2" fmla="*/ 0 w 361"/>
                <a:gd name="T3" fmla="*/ 181 h 361"/>
                <a:gd name="T4" fmla="*/ 180 w 361"/>
                <a:gd name="T5" fmla="*/ 0 h 361"/>
                <a:gd name="T6" fmla="*/ 361 w 361"/>
                <a:gd name="T7" fmla="*/ 181 h 361"/>
                <a:gd name="T8" fmla="*/ 180 w 361"/>
                <a:gd name="T9" fmla="*/ 361 h 361"/>
                <a:gd name="T10" fmla="*/ 180 w 361"/>
                <a:gd name="T11" fmla="*/ 16 h 361"/>
                <a:gd name="T12" fmla="*/ 16 w 361"/>
                <a:gd name="T13" fmla="*/ 181 h 361"/>
                <a:gd name="T14" fmla="*/ 180 w 361"/>
                <a:gd name="T15" fmla="*/ 345 h 361"/>
                <a:gd name="T16" fmla="*/ 345 w 361"/>
                <a:gd name="T17" fmla="*/ 181 h 361"/>
                <a:gd name="T18" fmla="*/ 180 w 361"/>
                <a:gd name="T19" fmla="*/ 16 h 3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61" h="361">
                  <a:moveTo>
                    <a:pt x="180" y="361"/>
                  </a:moveTo>
                  <a:cubicBezTo>
                    <a:pt x="81" y="361"/>
                    <a:pt x="0" y="280"/>
                    <a:pt x="0" y="181"/>
                  </a:cubicBezTo>
                  <a:cubicBezTo>
                    <a:pt x="0" y="81"/>
                    <a:pt x="81" y="0"/>
                    <a:pt x="180" y="0"/>
                  </a:cubicBezTo>
                  <a:cubicBezTo>
                    <a:pt x="280" y="0"/>
                    <a:pt x="361" y="81"/>
                    <a:pt x="361" y="181"/>
                  </a:cubicBezTo>
                  <a:cubicBezTo>
                    <a:pt x="361" y="280"/>
                    <a:pt x="280" y="361"/>
                    <a:pt x="180" y="361"/>
                  </a:cubicBezTo>
                  <a:close/>
                  <a:moveTo>
                    <a:pt x="180" y="16"/>
                  </a:moveTo>
                  <a:cubicBezTo>
                    <a:pt x="90" y="16"/>
                    <a:pt x="16" y="90"/>
                    <a:pt x="16" y="181"/>
                  </a:cubicBezTo>
                  <a:cubicBezTo>
                    <a:pt x="16" y="271"/>
                    <a:pt x="90" y="345"/>
                    <a:pt x="180" y="345"/>
                  </a:cubicBezTo>
                  <a:cubicBezTo>
                    <a:pt x="271" y="345"/>
                    <a:pt x="345" y="271"/>
                    <a:pt x="345" y="181"/>
                  </a:cubicBezTo>
                  <a:cubicBezTo>
                    <a:pt x="345" y="90"/>
                    <a:pt x="271" y="16"/>
                    <a:pt x="180" y="1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ln>
                  <a:solidFill>
                    <a:srgbClr val="E41B1B"/>
                  </a:solidFill>
                </a:ln>
                <a:solidFill>
                  <a:srgbClr val="E41B1B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243054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re 5">
            <a:extLst>
              <a:ext uri="{FF2B5EF4-FFF2-40B4-BE49-F238E27FC236}">
                <a16:creationId xmlns:a16="http://schemas.microsoft.com/office/drawing/2014/main" id="{F7C30C50-308E-4A6E-B91F-AE699058EA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cap="small" dirty="0"/>
              <a:t>L’objet de l’accompagnement individualisé</a:t>
            </a:r>
          </a:p>
        </p:txBody>
      </p:sp>
      <p:sp>
        <p:nvSpPr>
          <p:cNvPr id="7" name="Espace réservé du contenu 6">
            <a:extLst>
              <a:ext uri="{FF2B5EF4-FFF2-40B4-BE49-F238E27FC236}">
                <a16:creationId xmlns:a16="http://schemas.microsoft.com/office/drawing/2014/main" id="{05061133-AB09-40A9-A766-320F5A430A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2001" y="1476000"/>
            <a:ext cx="4735118" cy="4428000"/>
          </a:xfrm>
        </p:spPr>
        <p:txBody>
          <a:bodyPr/>
          <a:lstStyle/>
          <a:p>
            <a:r>
              <a:rPr lang="fr-FR" altLang="fr-FR" sz="2400" dirty="0"/>
              <a:t>L’accompagnement individualisé fait partie intégrante de la formation en présentiel de 2 jours ou plus</a:t>
            </a:r>
          </a:p>
          <a:p>
            <a:r>
              <a:rPr lang="fr-FR" altLang="fr-FR" dirty="0"/>
              <a:t>Il est réalisé par un formateur agréé par VIVEA</a:t>
            </a:r>
            <a:endParaRPr lang="fr-FR" altLang="fr-FR" sz="2400" dirty="0"/>
          </a:p>
          <a:p>
            <a:endParaRPr lang="fr-FR" altLang="fr-FR" sz="2400" dirty="0"/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2B27A07F-82B9-4C45-AA32-6B32154544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E8F7F0-C5B7-4E9B-9302-0DABCAE046B6}" type="slidenum">
              <a:rPr lang="fr-FR" smtClean="0"/>
              <a:t>3</a:t>
            </a:fld>
            <a:endParaRPr lang="fr-FR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4481822C-FFA2-2071-3803-C0C3214C8038}"/>
              </a:ext>
            </a:extLst>
          </p:cNvPr>
          <p:cNvSpPr txBox="1"/>
          <p:nvPr/>
        </p:nvSpPr>
        <p:spPr>
          <a:xfrm>
            <a:off x="297681" y="6572533"/>
            <a:ext cx="429608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1200" dirty="0"/>
              <a:t>CAPDL – SC85 – 12/10/2023</a:t>
            </a:r>
          </a:p>
        </p:txBody>
      </p:sp>
      <p:graphicFrame>
        <p:nvGraphicFramePr>
          <p:cNvPr id="4" name="Espace réservé du contenu 4">
            <a:extLst>
              <a:ext uri="{FF2B5EF4-FFF2-40B4-BE49-F238E27FC236}">
                <a16:creationId xmlns:a16="http://schemas.microsoft.com/office/drawing/2014/main" id="{5C68201A-1E7D-8F5D-C12A-3F6A636CEE8C}"/>
              </a:ext>
            </a:extLst>
          </p:cNvPr>
          <p:cNvGraphicFramePr>
            <a:graphicFrameLocks/>
          </p:cNvGraphicFramePr>
          <p:nvPr/>
        </p:nvGraphicFramePr>
        <p:xfrm>
          <a:off x="6019057" y="1564689"/>
          <a:ext cx="5194920" cy="521317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Rectangle à coins arrondis 5">
            <a:extLst>
              <a:ext uri="{FF2B5EF4-FFF2-40B4-BE49-F238E27FC236}">
                <a16:creationId xmlns:a16="http://schemas.microsoft.com/office/drawing/2014/main" id="{A8464C2F-607E-B09F-1CB2-BEA532AD0FC2}"/>
              </a:ext>
            </a:extLst>
          </p:cNvPr>
          <p:cNvSpPr/>
          <p:nvPr/>
        </p:nvSpPr>
        <p:spPr>
          <a:xfrm>
            <a:off x="6964039" y="1364509"/>
            <a:ext cx="2907929" cy="892696"/>
          </a:xfrm>
          <a:prstGeom prst="round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Formation Démarche de Transition</a:t>
            </a:r>
          </a:p>
        </p:txBody>
      </p:sp>
    </p:spTree>
    <p:extLst>
      <p:ext uri="{BB962C8B-B14F-4D97-AF65-F5344CB8AC3E}">
        <p14:creationId xmlns:p14="http://schemas.microsoft.com/office/powerpoint/2010/main" val="3866050813"/>
      </p:ext>
    </p:extLst>
  </p:cSld>
  <p:clrMapOvr>
    <a:masterClrMapping/>
  </p:clrMapOvr>
</p:sld>
</file>

<file path=ppt/theme/theme1.xml><?xml version="1.0" encoding="utf-8"?>
<a:theme xmlns:a="http://schemas.openxmlformats.org/drawingml/2006/main" name="APCA_V4">
  <a:themeElements>
    <a:clrScheme name="Chambragri">
      <a:dk1>
        <a:srgbClr val="000000"/>
      </a:dk1>
      <a:lt1>
        <a:srgbClr val="FFFFFF"/>
      </a:lt1>
      <a:dk2>
        <a:srgbClr val="E41B1B"/>
      </a:dk2>
      <a:lt2>
        <a:srgbClr val="F6A30D"/>
      </a:lt2>
      <a:accent1>
        <a:srgbClr val="80BA27"/>
      </a:accent1>
      <a:accent2>
        <a:srgbClr val="BA834B"/>
      </a:accent2>
      <a:accent3>
        <a:srgbClr val="009C46"/>
      </a:accent3>
      <a:accent4>
        <a:srgbClr val="ED6B1C"/>
      </a:accent4>
      <a:accent5>
        <a:srgbClr val="008E96"/>
      </a:accent5>
      <a:accent6>
        <a:srgbClr val="E94F2D"/>
      </a:accent6>
      <a:hlink>
        <a:srgbClr val="505050"/>
      </a:hlink>
      <a:folHlink>
        <a:srgbClr val="A0A0A0"/>
      </a:folHlink>
    </a:clrScheme>
    <a:fontScheme name="Chambagri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2023_PPT_MODELE_PROXIMITE_16-9e" id="{5EA1F99A-9E54-4E16-B25A-A2A6B5BD1187}" vid="{5FF27745-5F35-4FB8-9874-72B1C0770CAE}"/>
    </a:ext>
  </a:extLst>
</a:theme>
</file>

<file path=ppt/theme/theme2.xml><?xml version="1.0" encoding="utf-8"?>
<a:theme xmlns:a="http://schemas.openxmlformats.org/drawingml/2006/main" name="2_Thème Office">
  <a:themeElements>
    <a:clrScheme name="Personnalisée 2">
      <a:dk1>
        <a:sysClr val="windowText" lastClr="000000"/>
      </a:dk1>
      <a:lt1>
        <a:sysClr val="window" lastClr="FFFFFF"/>
      </a:lt1>
      <a:dk2>
        <a:srgbClr val="1B3861"/>
      </a:dk2>
      <a:lt2>
        <a:srgbClr val="38ABED"/>
      </a:lt2>
      <a:accent1>
        <a:srgbClr val="0C5986"/>
      </a:accent1>
      <a:accent2>
        <a:srgbClr val="C1CD4A"/>
      </a:accent2>
      <a:accent3>
        <a:srgbClr val="508709"/>
      </a:accent3>
      <a:accent4>
        <a:srgbClr val="BF5E00"/>
      </a:accent4>
      <a:accent5>
        <a:srgbClr val="9C0001"/>
      </a:accent5>
      <a:accent6>
        <a:srgbClr val="660075"/>
      </a:accent6>
      <a:hlink>
        <a:srgbClr val="ABF24D"/>
      </a:hlink>
      <a:folHlink>
        <a:srgbClr val="A0E7FB"/>
      </a:folHlink>
    </a:clrScheme>
    <a:fontScheme name="Aspect">
      <a:maj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</a:majorFont>
      <a:min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Thème Office">
  <a:themeElements>
    <a:clrScheme name="Chambragri">
      <a:dk1>
        <a:srgbClr val="000000"/>
      </a:dk1>
      <a:lt1>
        <a:srgbClr val="FFFFFF"/>
      </a:lt1>
      <a:dk2>
        <a:srgbClr val="E41B1B"/>
      </a:dk2>
      <a:lt2>
        <a:srgbClr val="F6A30D"/>
      </a:lt2>
      <a:accent1>
        <a:srgbClr val="80BA27"/>
      </a:accent1>
      <a:accent2>
        <a:srgbClr val="BA834B"/>
      </a:accent2>
      <a:accent3>
        <a:srgbClr val="009C46"/>
      </a:accent3>
      <a:accent4>
        <a:srgbClr val="ED6B1C"/>
      </a:accent4>
      <a:accent5>
        <a:srgbClr val="008E96"/>
      </a:accent5>
      <a:accent6>
        <a:srgbClr val="E94F2D"/>
      </a:accent6>
      <a:hlink>
        <a:srgbClr val="505050"/>
      </a:hlink>
      <a:folHlink>
        <a:srgbClr val="A0A0A0"/>
      </a:folHlink>
    </a:clrScheme>
    <a:fontScheme name="Chambagri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2023_PPT_MODELE_PROXIMITE_16-9e</Template>
  <TotalTime>355</TotalTime>
  <Words>373</Words>
  <Application>Microsoft Office PowerPoint</Application>
  <PresentationFormat>Grand écran</PresentationFormat>
  <Paragraphs>37</Paragraphs>
  <Slides>4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2</vt:i4>
      </vt:variant>
      <vt:variant>
        <vt:lpstr>Titres des diapositives</vt:lpstr>
      </vt:variant>
      <vt:variant>
        <vt:i4>4</vt:i4>
      </vt:variant>
    </vt:vector>
  </HeadingPairs>
  <TitlesOfParts>
    <vt:vector size="10" baseType="lpstr">
      <vt:lpstr>Arial</vt:lpstr>
      <vt:lpstr>Calibri</vt:lpstr>
      <vt:lpstr>Verdana</vt:lpstr>
      <vt:lpstr>Wingdings</vt:lpstr>
      <vt:lpstr>APCA_V4</vt:lpstr>
      <vt:lpstr>2_Thème Office</vt:lpstr>
      <vt:lpstr>Rappel : la démarche de transition en Pays de la Loire</vt:lpstr>
      <vt:lpstr>Rappel : la démarche de transition en Pays de la Loire – les étapes</vt:lpstr>
      <vt:lpstr>La formation obligatoire : 2 temps</vt:lpstr>
      <vt:lpstr>L’objet de l’accompagnement individualisé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L’ACCOMPAGNEMENT INDIVIDUALISÉ</dc:title>
  <dc:creator>Sophie COMBES</dc:creator>
  <cp:lastModifiedBy>Agatha CMIELEWSKI</cp:lastModifiedBy>
  <cp:revision>13</cp:revision>
  <cp:lastPrinted>2024-01-08T10:22:47Z</cp:lastPrinted>
  <dcterms:created xsi:type="dcterms:W3CDTF">2023-10-06T13:03:58Z</dcterms:created>
  <dcterms:modified xsi:type="dcterms:W3CDTF">2024-01-22T19:25:44Z</dcterms:modified>
</cp:coreProperties>
</file>